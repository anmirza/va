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8" r:id="rId5"/>
    <p:sldId id="273" r:id="rId6"/>
    <p:sldId id="279" r:id="rId7"/>
    <p:sldId id="281" r:id="rId8"/>
    <p:sldId id="282" r:id="rId9"/>
    <p:sldId id="284" r:id="rId10"/>
    <p:sldId id="283" r:id="rId11"/>
    <p:sldId id="270" r:id="rId12"/>
    <p:sldId id="280" r:id="rId13"/>
    <p:sldId id="274" r:id="rId14"/>
    <p:sldId id="285" r:id="rId15"/>
    <p:sldId id="277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4EEF3C-3CC6-7F2B-083B-407BDB42AEA9}" v="1" dt="2026-03-15T01:07:05.080"/>
    <p1510:client id="{F55703A9-53A2-244A-BF18-DEBED0F5131F}" v="102" dt="2026-03-14T06:24:17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 varScale="1">
        <p:scale>
          <a:sx n="133" d="100"/>
          <a:sy n="133" d="100"/>
        </p:scale>
        <p:origin x="224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o Arbitrio" userId="5a626edc-c049-45b6-9b10-1ae955e69b98" providerId="ADAL" clId="{917CB280-5B04-543C-8F46-1D8CFB039AE5}"/>
    <pc:docChg chg="undo custSel addSld delSld modSld sldOrd">
      <pc:chgData name="Stefano Arbitrio" userId="5a626edc-c049-45b6-9b10-1ae955e69b98" providerId="ADAL" clId="{917CB280-5B04-543C-8F46-1D8CFB039AE5}" dt="2026-03-12T14:03:48.473" v="1421" actId="478"/>
      <pc:docMkLst>
        <pc:docMk/>
      </pc:docMkLst>
      <pc:sldChg chg="addSp delSp modSp mod">
        <pc:chgData name="Stefano Arbitrio" userId="5a626edc-c049-45b6-9b10-1ae955e69b98" providerId="ADAL" clId="{917CB280-5B04-543C-8F46-1D8CFB039AE5}" dt="2026-02-26T13:43:52.445" v="172" actId="14100"/>
        <pc:sldMkLst>
          <pc:docMk/>
          <pc:sldMk cId="4026093875" sldId="261"/>
        </pc:sldMkLst>
        <pc:spChg chg="add mod">
          <ac:chgData name="Stefano Arbitrio" userId="5a626edc-c049-45b6-9b10-1ae955e69b98" providerId="ADAL" clId="{917CB280-5B04-543C-8F46-1D8CFB039AE5}" dt="2026-02-26T13:42:39.680" v="110" actId="14100"/>
          <ac:spMkLst>
            <pc:docMk/>
            <pc:sldMk cId="4026093875" sldId="261"/>
            <ac:spMk id="10" creationId="{89BF64C9-FB90-16FA-18B3-EE11D35F037B}"/>
          </ac:spMkLst>
        </pc:spChg>
        <pc:spChg chg="add mod">
          <ac:chgData name="Stefano Arbitrio" userId="5a626edc-c049-45b6-9b10-1ae955e69b98" providerId="ADAL" clId="{917CB280-5B04-543C-8F46-1D8CFB039AE5}" dt="2026-02-26T13:43:49.081" v="171" actId="20577"/>
          <ac:spMkLst>
            <pc:docMk/>
            <pc:sldMk cId="4026093875" sldId="261"/>
            <ac:spMk id="15" creationId="{4B1B5241-5899-C69F-1DD2-4AA359F4DAA3}"/>
          </ac:spMkLst>
        </pc:spChg>
        <pc:picChg chg="add mod">
          <ac:chgData name="Stefano Arbitrio" userId="5a626edc-c049-45b6-9b10-1ae955e69b98" providerId="ADAL" clId="{917CB280-5B04-543C-8F46-1D8CFB039AE5}" dt="2026-02-26T13:39:03.615" v="103" actId="1076"/>
          <ac:picMkLst>
            <pc:docMk/>
            <pc:sldMk cId="4026093875" sldId="261"/>
            <ac:picMk id="3" creationId="{EF4C0B6E-E9DA-97C4-700A-E481939B937C}"/>
          </ac:picMkLst>
        </pc:picChg>
        <pc:cxnChg chg="add mod">
          <ac:chgData name="Stefano Arbitrio" userId="5a626edc-c049-45b6-9b10-1ae955e69b98" providerId="ADAL" clId="{917CB280-5B04-543C-8F46-1D8CFB039AE5}" dt="2026-02-26T13:43:25.189" v="141" actId="478"/>
          <ac:cxnSpMkLst>
            <pc:docMk/>
            <pc:sldMk cId="4026093875" sldId="261"/>
            <ac:cxnSpMk id="11" creationId="{081615D0-A3B1-FCC3-A3BB-DE2777541A40}"/>
          </ac:cxnSpMkLst>
        </pc:cxnChg>
      </pc:sldChg>
      <pc:sldChg chg="addSp delSp modSp mod">
        <pc:chgData name="Stefano Arbitrio" userId="5a626edc-c049-45b6-9b10-1ae955e69b98" providerId="ADAL" clId="{917CB280-5B04-543C-8F46-1D8CFB039AE5}" dt="2026-02-26T13:50:29.064" v="331" actId="1076"/>
        <pc:sldMkLst>
          <pc:docMk/>
          <pc:sldMk cId="3467716776" sldId="262"/>
        </pc:sldMkLst>
      </pc:sldChg>
      <pc:sldChg chg="addSp delSp modSp mod">
        <pc:chgData name="Stefano Arbitrio" userId="5a626edc-c049-45b6-9b10-1ae955e69b98" providerId="ADAL" clId="{917CB280-5B04-543C-8F46-1D8CFB039AE5}" dt="2026-02-26T13:51:14.921" v="368" actId="14100"/>
        <pc:sldMkLst>
          <pc:docMk/>
          <pc:sldMk cId="2048298231" sldId="263"/>
        </pc:sldMkLst>
      </pc:sldChg>
      <pc:sldChg chg="addSp delSp modSp add mod">
        <pc:chgData name="Stefano Arbitrio" userId="5a626edc-c049-45b6-9b10-1ae955e69b98" providerId="ADAL" clId="{917CB280-5B04-543C-8F46-1D8CFB039AE5}" dt="2026-02-26T13:29:04.321" v="70" actId="20577"/>
        <pc:sldMkLst>
          <pc:docMk/>
          <pc:sldMk cId="2021438539" sldId="265"/>
        </pc:sldMkLst>
        <pc:spChg chg="mod">
          <ac:chgData name="Stefano Arbitrio" userId="5a626edc-c049-45b6-9b10-1ae955e69b98" providerId="ADAL" clId="{917CB280-5B04-543C-8F46-1D8CFB039AE5}" dt="2026-02-26T13:29:04.321" v="70" actId="20577"/>
          <ac:spMkLst>
            <pc:docMk/>
            <pc:sldMk cId="2021438539" sldId="265"/>
            <ac:spMk id="6" creationId="{008D508E-1A1A-E4A8-64E1-7080E2C07C91}"/>
          </ac:spMkLst>
        </pc:spChg>
        <pc:spChg chg="mod">
          <ac:chgData name="Stefano Arbitrio" userId="5a626edc-c049-45b6-9b10-1ae955e69b98" providerId="ADAL" clId="{917CB280-5B04-543C-8F46-1D8CFB039AE5}" dt="2026-02-26T13:27:42.082" v="32" actId="14100"/>
          <ac:spMkLst>
            <pc:docMk/>
            <pc:sldMk cId="2021438539" sldId="265"/>
            <ac:spMk id="13" creationId="{B2A6794D-706C-0EDF-F903-A42D4F82ADEA}"/>
          </ac:spMkLst>
        </pc:spChg>
        <pc:picChg chg="add mod">
          <ac:chgData name="Stefano Arbitrio" userId="5a626edc-c049-45b6-9b10-1ae955e69b98" providerId="ADAL" clId="{917CB280-5B04-543C-8F46-1D8CFB039AE5}" dt="2026-02-26T13:26:58.462" v="10"/>
          <ac:picMkLst>
            <pc:docMk/>
            <pc:sldMk cId="2021438539" sldId="265"/>
            <ac:picMk id="7" creationId="{088F7C7B-BEAA-84BA-2236-CBD027AB8A35}"/>
          </ac:picMkLst>
        </pc:picChg>
      </pc:sldChg>
      <pc:sldChg chg="addSp delSp modSp add mod">
        <pc:chgData name="Stefano Arbitrio" userId="5a626edc-c049-45b6-9b10-1ae955e69b98" providerId="ADAL" clId="{917CB280-5B04-543C-8F46-1D8CFB039AE5}" dt="2026-02-26T13:31:13.002" v="92" actId="14100"/>
        <pc:sldMkLst>
          <pc:docMk/>
          <pc:sldMk cId="2133443298" sldId="266"/>
        </pc:sldMkLst>
        <pc:spChg chg="add mod">
          <ac:chgData name="Stefano Arbitrio" userId="5a626edc-c049-45b6-9b10-1ae955e69b98" providerId="ADAL" clId="{917CB280-5B04-543C-8F46-1D8CFB039AE5}" dt="2026-02-26T13:30:02.013" v="88" actId="1076"/>
          <ac:spMkLst>
            <pc:docMk/>
            <pc:sldMk cId="2133443298" sldId="266"/>
            <ac:spMk id="2" creationId="{D23C378D-B5B6-79FA-C666-40A220DF0360}"/>
          </ac:spMkLst>
        </pc:spChg>
        <pc:cxnChg chg="mod">
          <ac:chgData name="Stefano Arbitrio" userId="5a626edc-c049-45b6-9b10-1ae955e69b98" providerId="ADAL" clId="{917CB280-5B04-543C-8F46-1D8CFB039AE5}" dt="2026-02-26T13:31:13.002" v="92" actId="14100"/>
          <ac:cxnSpMkLst>
            <pc:docMk/>
            <pc:sldMk cId="2133443298" sldId="266"/>
            <ac:cxnSpMk id="8" creationId="{948054BD-1B1C-EB5D-A17E-19CB561BD0E8}"/>
          </ac:cxnSpMkLst>
        </pc:cxnChg>
      </pc:sldChg>
      <pc:sldChg chg="modSp add mod">
        <pc:chgData name="Stefano Arbitrio" userId="5a626edc-c049-45b6-9b10-1ae955e69b98" providerId="ADAL" clId="{917CB280-5B04-543C-8F46-1D8CFB039AE5}" dt="2026-02-26T13:43:17.692" v="140" actId="1076"/>
        <pc:sldMkLst>
          <pc:docMk/>
          <pc:sldMk cId="2855257300" sldId="267"/>
        </pc:sldMkLst>
        <pc:spChg chg="mod">
          <ac:chgData name="Stefano Arbitrio" userId="5a626edc-c049-45b6-9b10-1ae955e69b98" providerId="ADAL" clId="{917CB280-5B04-543C-8F46-1D8CFB039AE5}" dt="2026-02-26T13:43:17.692" v="140" actId="1076"/>
          <ac:spMkLst>
            <pc:docMk/>
            <pc:sldMk cId="2855257300" sldId="267"/>
            <ac:spMk id="6" creationId="{8C133053-B054-5265-5D4A-95DD5275F4F6}"/>
          </ac:spMkLst>
        </pc:spChg>
        <pc:spChg chg="mod">
          <ac:chgData name="Stefano Arbitrio" userId="5a626edc-c049-45b6-9b10-1ae955e69b98" providerId="ADAL" clId="{917CB280-5B04-543C-8F46-1D8CFB039AE5}" dt="2026-02-26T13:43:17.692" v="140" actId="1076"/>
          <ac:spMkLst>
            <pc:docMk/>
            <pc:sldMk cId="2855257300" sldId="267"/>
            <ac:spMk id="10" creationId="{6E890670-DE54-7CA3-88EC-C8186EACD669}"/>
          </ac:spMkLst>
        </pc:spChg>
        <pc:cxnChg chg="mod">
          <ac:chgData name="Stefano Arbitrio" userId="5a626edc-c049-45b6-9b10-1ae955e69b98" providerId="ADAL" clId="{917CB280-5B04-543C-8F46-1D8CFB039AE5}" dt="2026-02-26T13:43:17.692" v="140" actId="1076"/>
          <ac:cxnSpMkLst>
            <pc:docMk/>
            <pc:sldMk cId="2855257300" sldId="267"/>
            <ac:cxnSpMk id="8" creationId="{C68DA408-12ED-1E51-A3F4-AC604B31F2B3}"/>
          </ac:cxnSpMkLst>
        </pc:cxnChg>
        <pc:cxnChg chg="mod">
          <ac:chgData name="Stefano Arbitrio" userId="5a626edc-c049-45b6-9b10-1ae955e69b98" providerId="ADAL" clId="{917CB280-5B04-543C-8F46-1D8CFB039AE5}" dt="2026-02-26T13:43:17.692" v="140" actId="1076"/>
          <ac:cxnSpMkLst>
            <pc:docMk/>
            <pc:sldMk cId="2855257300" sldId="267"/>
            <ac:cxnSpMk id="11" creationId="{B76A30A2-A05A-59BE-EA41-2AF7932B1EA4}"/>
          </ac:cxnSpMkLst>
        </pc:cxnChg>
      </pc:sldChg>
      <pc:sldChg chg="addSp delSp modSp add mod">
        <pc:chgData name="Stefano Arbitrio" userId="5a626edc-c049-45b6-9b10-1ae955e69b98" providerId="ADAL" clId="{917CB280-5B04-543C-8F46-1D8CFB039AE5}" dt="2026-02-26T13:29:20.737" v="81" actId="20577"/>
        <pc:sldMkLst>
          <pc:docMk/>
          <pc:sldMk cId="4259699905" sldId="268"/>
        </pc:sldMkLst>
        <pc:spChg chg="add mod">
          <ac:chgData name="Stefano Arbitrio" userId="5a626edc-c049-45b6-9b10-1ae955e69b98" providerId="ADAL" clId="{917CB280-5B04-543C-8F46-1D8CFB039AE5}" dt="2026-02-26T13:29:20.737" v="81" actId="20577"/>
          <ac:spMkLst>
            <pc:docMk/>
            <pc:sldMk cId="4259699905" sldId="268"/>
            <ac:spMk id="10" creationId="{446688E7-8279-0EDC-A509-41C4EB7AC994}"/>
          </ac:spMkLst>
        </pc:spChg>
        <pc:spChg chg="mod">
          <ac:chgData name="Stefano Arbitrio" userId="5a626edc-c049-45b6-9b10-1ae955e69b98" providerId="ADAL" clId="{917CB280-5B04-543C-8F46-1D8CFB039AE5}" dt="2026-02-26T13:28:33.012" v="42" actId="14100"/>
          <ac:spMkLst>
            <pc:docMk/>
            <pc:sldMk cId="4259699905" sldId="268"/>
            <ac:spMk id="13" creationId="{9E99A481-7FCF-0053-65F7-3DB5061A1B0A}"/>
          </ac:spMkLst>
        </pc:spChg>
        <pc:picChg chg="mod modCrop">
          <ac:chgData name="Stefano Arbitrio" userId="5a626edc-c049-45b6-9b10-1ae955e69b98" providerId="ADAL" clId="{917CB280-5B04-543C-8F46-1D8CFB039AE5}" dt="2026-02-26T13:28:26.969" v="40" actId="1037"/>
          <ac:picMkLst>
            <pc:docMk/>
            <pc:sldMk cId="4259699905" sldId="268"/>
            <ac:picMk id="3" creationId="{766A530F-2045-C5F9-F03B-043E0DEB3D14}"/>
          </ac:picMkLst>
        </pc:picChg>
        <pc:cxnChg chg="mod">
          <ac:chgData name="Stefano Arbitrio" userId="5a626edc-c049-45b6-9b10-1ae955e69b98" providerId="ADAL" clId="{917CB280-5B04-543C-8F46-1D8CFB039AE5}" dt="2026-02-26T13:29:13.557" v="71" actId="478"/>
          <ac:cxnSpMkLst>
            <pc:docMk/>
            <pc:sldMk cId="4259699905" sldId="268"/>
            <ac:cxnSpMk id="8" creationId="{5951648E-236E-51C8-1EE8-0E757A994D91}"/>
          </ac:cxnSpMkLst>
        </pc:cxnChg>
      </pc:sldChg>
      <pc:sldChg chg="addSp delSp modSp add mod">
        <pc:chgData name="Stefano Arbitrio" userId="5a626edc-c049-45b6-9b10-1ae955e69b98" providerId="ADAL" clId="{917CB280-5B04-543C-8F46-1D8CFB039AE5}" dt="2026-02-26T13:53:25.953" v="401" actId="14100"/>
        <pc:sldMkLst>
          <pc:docMk/>
          <pc:sldMk cId="2271428584" sldId="269"/>
        </pc:sldMkLst>
        <pc:spChg chg="add mod">
          <ac:chgData name="Stefano Arbitrio" userId="5a626edc-c049-45b6-9b10-1ae955e69b98" providerId="ADAL" clId="{917CB280-5B04-543C-8F46-1D8CFB039AE5}" dt="2026-02-26T13:52:52.969" v="389" actId="14100"/>
          <ac:spMkLst>
            <pc:docMk/>
            <pc:sldMk cId="2271428584" sldId="269"/>
            <ac:spMk id="11" creationId="{98F88431-CEB1-8470-6FD5-DB123621565A}"/>
          </ac:spMkLst>
        </pc:spChg>
        <pc:spChg chg="add mod">
          <ac:chgData name="Stefano Arbitrio" userId="5a626edc-c049-45b6-9b10-1ae955e69b98" providerId="ADAL" clId="{917CB280-5B04-543C-8F46-1D8CFB039AE5}" dt="2026-02-26T13:53:17.291" v="398" actId="20577"/>
          <ac:spMkLst>
            <pc:docMk/>
            <pc:sldMk cId="2271428584" sldId="269"/>
            <ac:spMk id="13" creationId="{3DD2D125-7D2A-2961-4408-91DF49FC1B59}"/>
          </ac:spMkLst>
        </pc:spChg>
        <pc:picChg chg="add mod">
          <ac:chgData name="Stefano Arbitrio" userId="5a626edc-c049-45b6-9b10-1ae955e69b98" providerId="ADAL" clId="{917CB280-5B04-543C-8F46-1D8CFB039AE5}" dt="2026-02-26T13:51:52.867" v="375" actId="1076"/>
          <ac:picMkLst>
            <pc:docMk/>
            <pc:sldMk cId="2271428584" sldId="269"/>
            <ac:picMk id="3" creationId="{CACCD430-43F1-BAF7-49CA-B220AB4BE0B8}"/>
          </ac:picMkLst>
        </pc:picChg>
        <pc:cxnChg chg="add mod">
          <ac:chgData name="Stefano Arbitrio" userId="5a626edc-c049-45b6-9b10-1ae955e69b98" providerId="ADAL" clId="{917CB280-5B04-543C-8F46-1D8CFB039AE5}" dt="2026-02-26T13:53:25.953" v="401" actId="14100"/>
          <ac:cxnSpMkLst>
            <pc:docMk/>
            <pc:sldMk cId="2271428584" sldId="269"/>
            <ac:cxnSpMk id="12" creationId="{38802641-E8F8-A534-A792-66BAD2408C04}"/>
          </ac:cxnSpMkLst>
        </pc:cxnChg>
      </pc:sldChg>
      <pc:sldChg chg="addSp delSp modSp add mod ord">
        <pc:chgData name="Stefano Arbitrio" userId="5a626edc-c049-45b6-9b10-1ae955e69b98" providerId="ADAL" clId="{917CB280-5B04-543C-8F46-1D8CFB039AE5}" dt="2026-02-26T15:07:55.458" v="828" actId="1076"/>
        <pc:sldMkLst>
          <pc:docMk/>
          <pc:sldMk cId="1127639998" sldId="270"/>
        </pc:sldMkLst>
        <pc:spChg chg="add mod">
          <ac:chgData name="Stefano Arbitrio" userId="5a626edc-c049-45b6-9b10-1ae955e69b98" providerId="ADAL" clId="{917CB280-5B04-543C-8F46-1D8CFB039AE5}" dt="2026-02-26T15:07:55.458" v="828" actId="1076"/>
          <ac:spMkLst>
            <pc:docMk/>
            <pc:sldMk cId="1127639998" sldId="270"/>
            <ac:spMk id="33" creationId="{CB9E60EA-4730-F940-99B5-AEC4F88F10B9}"/>
          </ac:spMkLst>
        </pc:spChg>
        <pc:picChg chg="add mod">
          <ac:chgData name="Stefano Arbitrio" userId="5a626edc-c049-45b6-9b10-1ae955e69b98" providerId="ADAL" clId="{917CB280-5B04-543C-8F46-1D8CFB039AE5}" dt="2026-02-26T14:09:10.252" v="538" actId="1076"/>
          <ac:picMkLst>
            <pc:docMk/>
            <pc:sldMk cId="1127639998" sldId="270"/>
            <ac:picMk id="4" creationId="{AC16A34B-CF78-2751-2DFF-05A862865BA4}"/>
          </ac:picMkLst>
        </pc:picChg>
      </pc:sldChg>
      <pc:sldChg chg="addSp delSp modSp new mod">
        <pc:chgData name="Stefano Arbitrio" userId="5a626edc-c049-45b6-9b10-1ae955e69b98" providerId="ADAL" clId="{917CB280-5B04-543C-8F46-1D8CFB039AE5}" dt="2026-02-26T14:35:31.571" v="802" actId="20577"/>
        <pc:sldMkLst>
          <pc:docMk/>
          <pc:sldMk cId="3936958363" sldId="272"/>
        </pc:sldMkLst>
        <pc:spChg chg="add mod">
          <ac:chgData name="Stefano Arbitrio" userId="5a626edc-c049-45b6-9b10-1ae955e69b98" providerId="ADAL" clId="{917CB280-5B04-543C-8F46-1D8CFB039AE5}" dt="2026-02-26T14:35:31.571" v="802" actId="20577"/>
          <ac:spMkLst>
            <pc:docMk/>
            <pc:sldMk cId="3936958363" sldId="272"/>
            <ac:spMk id="7" creationId="{3C9403DA-FAE4-464F-2CBA-35BC2E900DF9}"/>
          </ac:spMkLst>
        </pc:spChg>
        <pc:spChg chg="add mod">
          <ac:chgData name="Stefano Arbitrio" userId="5a626edc-c049-45b6-9b10-1ae955e69b98" providerId="ADAL" clId="{917CB280-5B04-543C-8F46-1D8CFB039AE5}" dt="2026-02-26T14:34:40.838" v="645" actId="14100"/>
          <ac:spMkLst>
            <pc:docMk/>
            <pc:sldMk cId="3936958363" sldId="272"/>
            <ac:spMk id="8" creationId="{39978BD0-5F7C-3FB1-7BDD-58BFE9AE7CD8}"/>
          </ac:spMkLst>
        </pc:spChg>
        <pc:picChg chg="add mod">
          <ac:chgData name="Stefano Arbitrio" userId="5a626edc-c049-45b6-9b10-1ae955e69b98" providerId="ADAL" clId="{917CB280-5B04-543C-8F46-1D8CFB039AE5}" dt="2026-02-26T14:34:17.786" v="640" actId="1076"/>
          <ac:picMkLst>
            <pc:docMk/>
            <pc:sldMk cId="3936958363" sldId="272"/>
            <ac:picMk id="5" creationId="{97D4ACA1-BFA8-E0BC-5CFD-94EA0ED6D534}"/>
          </ac:picMkLst>
        </pc:picChg>
        <pc:cxnChg chg="add mod">
          <ac:chgData name="Stefano Arbitrio" userId="5a626edc-c049-45b6-9b10-1ae955e69b98" providerId="ADAL" clId="{917CB280-5B04-543C-8F46-1D8CFB039AE5}" dt="2026-02-26T14:34:44.652" v="646" actId="1076"/>
          <ac:cxnSpMkLst>
            <pc:docMk/>
            <pc:sldMk cId="3936958363" sldId="272"/>
            <ac:cxnSpMk id="6" creationId="{BFB44C56-782F-0643-96AA-5883A937E7F6}"/>
          </ac:cxnSpMkLst>
        </pc:cxnChg>
      </pc:sldChg>
      <pc:sldChg chg="addSp delSp modSp new mod">
        <pc:chgData name="Stefano Arbitrio" userId="5a626edc-c049-45b6-9b10-1ae955e69b98" providerId="ADAL" clId="{917CB280-5B04-543C-8F46-1D8CFB039AE5}" dt="2026-02-26T14:48:38.778" v="825" actId="14100"/>
        <pc:sldMkLst>
          <pc:docMk/>
          <pc:sldMk cId="1501023614" sldId="273"/>
        </pc:sldMkLst>
        <pc:spChg chg="add mod">
          <ac:chgData name="Stefano Arbitrio" userId="5a626edc-c049-45b6-9b10-1ae955e69b98" providerId="ADAL" clId="{917CB280-5B04-543C-8F46-1D8CFB039AE5}" dt="2026-02-26T14:43:18.547" v="818" actId="1076"/>
          <ac:spMkLst>
            <pc:docMk/>
            <pc:sldMk cId="1501023614" sldId="273"/>
            <ac:spMk id="4" creationId="{B39AF740-C938-0551-289C-2B659C55A2CD}"/>
          </ac:spMkLst>
        </pc:spChg>
        <pc:spChg chg="add mod">
          <ac:chgData name="Stefano Arbitrio" userId="5a626edc-c049-45b6-9b10-1ae955e69b98" providerId="ADAL" clId="{917CB280-5B04-543C-8F46-1D8CFB039AE5}" dt="2026-02-26T14:48:38.778" v="825" actId="14100"/>
          <ac:spMkLst>
            <pc:docMk/>
            <pc:sldMk cId="1501023614" sldId="273"/>
            <ac:spMk id="5" creationId="{E77C03B4-520D-5DA7-30F7-45323B75EAF5}"/>
          </ac:spMkLst>
        </pc:spChg>
      </pc:sldChg>
      <pc:sldChg chg="addSp delSp modSp new mod">
        <pc:chgData name="Stefano Arbitrio" userId="5a626edc-c049-45b6-9b10-1ae955e69b98" providerId="ADAL" clId="{917CB280-5B04-543C-8F46-1D8CFB039AE5}" dt="2026-02-26T15:52:16.421" v="1364" actId="208"/>
        <pc:sldMkLst>
          <pc:docMk/>
          <pc:sldMk cId="3549201885" sldId="274"/>
        </pc:sldMkLst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7" creationId="{C11D7478-D439-A1CF-46BD-0458067D4391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9" creationId="{093B4D2B-312F-06F9-1245-59D40BE667E3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11" creationId="{3D10C666-A53F-344C-E9A9-615495033607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12" creationId="{5526DAC1-318D-52EB-6E66-5E206D6E62A2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14" creationId="{5970DD0A-5B86-E80F-18AC-2D96C10E1FE1}"/>
          </ac:spMkLst>
        </pc:spChg>
        <pc:spChg chg="add mod">
          <ac:chgData name="Stefano Arbitrio" userId="5a626edc-c049-45b6-9b10-1ae955e69b98" providerId="ADAL" clId="{917CB280-5B04-543C-8F46-1D8CFB039AE5}" dt="2026-02-26T15:44:37.345" v="1237" actId="20577"/>
          <ac:spMkLst>
            <pc:docMk/>
            <pc:sldMk cId="3549201885" sldId="274"/>
            <ac:spMk id="16" creationId="{038CEB51-3DCA-66D7-72E1-3A99C93DCF8F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18" creationId="{68BFD7A4-2420-5969-AB85-42D95C7E21E3}"/>
          </ac:spMkLst>
        </pc:spChg>
        <pc:spChg chg="add mod">
          <ac:chgData name="Stefano Arbitrio" userId="5a626edc-c049-45b6-9b10-1ae955e69b98" providerId="ADAL" clId="{917CB280-5B04-543C-8F46-1D8CFB039AE5}" dt="2026-02-26T15:44:03.411" v="1231" actId="1076"/>
          <ac:spMkLst>
            <pc:docMk/>
            <pc:sldMk cId="3549201885" sldId="274"/>
            <ac:spMk id="22" creationId="{22E82472-DBF0-CB96-A560-398A3A8A9751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24" creationId="{76E65A77-52CE-9229-4C76-30D4FFC31F7F}"/>
          </ac:spMkLst>
        </pc:spChg>
        <pc:spChg chg="add mod">
          <ac:chgData name="Stefano Arbitrio" userId="5a626edc-c049-45b6-9b10-1ae955e69b98" providerId="ADAL" clId="{917CB280-5B04-543C-8F46-1D8CFB039AE5}" dt="2026-02-26T15:41:10.183" v="1111" actId="1076"/>
          <ac:spMkLst>
            <pc:docMk/>
            <pc:sldMk cId="3549201885" sldId="274"/>
            <ac:spMk id="28" creationId="{C4600044-3F39-2B23-6444-BBA333FFB223}"/>
          </ac:spMkLst>
        </pc:spChg>
        <pc:spChg chg="add mod">
          <ac:chgData name="Stefano Arbitrio" userId="5a626edc-c049-45b6-9b10-1ae955e69b98" providerId="ADAL" clId="{917CB280-5B04-543C-8F46-1D8CFB039AE5}" dt="2026-02-26T15:41:40.897" v="1114" actId="14100"/>
          <ac:spMkLst>
            <pc:docMk/>
            <pc:sldMk cId="3549201885" sldId="274"/>
            <ac:spMk id="29" creationId="{60D8899E-B1DC-38E9-53F9-01B9F045B3F2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31" creationId="{A0EAF6B5-C96B-9797-E5D2-ECDA21772388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35" creationId="{A639C714-9DD2-D29B-7D3C-F9CCD89FBAB7}"/>
          </ac:spMkLst>
        </pc:spChg>
        <pc:spChg chg="add mod">
          <ac:chgData name="Stefano Arbitrio" userId="5a626edc-c049-45b6-9b10-1ae955e69b98" providerId="ADAL" clId="{917CB280-5B04-543C-8F46-1D8CFB039AE5}" dt="2026-02-26T15:44:54.928" v="1269" actId="1076"/>
          <ac:spMkLst>
            <pc:docMk/>
            <pc:sldMk cId="3549201885" sldId="274"/>
            <ac:spMk id="36" creationId="{0072BCAE-B444-C66C-AC91-0A0350E962CC}"/>
          </ac:spMkLst>
        </pc:spChg>
        <pc:spChg chg="add mod">
          <ac:chgData name="Stefano Arbitrio" userId="5a626edc-c049-45b6-9b10-1ae955e69b98" providerId="ADAL" clId="{917CB280-5B04-543C-8F46-1D8CFB039AE5}" dt="2026-02-26T15:46:17.981" v="1305" actId="1076"/>
          <ac:spMkLst>
            <pc:docMk/>
            <pc:sldMk cId="3549201885" sldId="274"/>
            <ac:spMk id="42" creationId="{5F3CAE17-7B4E-CA6E-05F1-56B9933F8C00}"/>
          </ac:spMkLst>
        </pc:spChg>
        <pc:spChg chg="add mod">
          <ac:chgData name="Stefano Arbitrio" userId="5a626edc-c049-45b6-9b10-1ae955e69b98" providerId="ADAL" clId="{917CB280-5B04-543C-8F46-1D8CFB039AE5}" dt="2026-02-26T15:46:41.088" v="1308" actId="208"/>
          <ac:spMkLst>
            <pc:docMk/>
            <pc:sldMk cId="3549201885" sldId="274"/>
            <ac:spMk id="43" creationId="{C41F4FAA-1399-4FF0-35A9-936F272BD29C}"/>
          </ac:spMkLst>
        </pc:spChg>
        <pc:spChg chg="add mod">
          <ac:chgData name="Stefano Arbitrio" userId="5a626edc-c049-45b6-9b10-1ae955e69b98" providerId="ADAL" clId="{917CB280-5B04-543C-8F46-1D8CFB039AE5}" dt="2026-02-26T15:52:04.531" v="1362" actId="1076"/>
          <ac:spMkLst>
            <pc:docMk/>
            <pc:sldMk cId="3549201885" sldId="274"/>
            <ac:spMk id="44" creationId="{1EAF8696-808F-FA7F-1B53-BFB3DAE26F18}"/>
          </ac:spMkLst>
        </pc:spChg>
        <pc:picChg chg="add mod">
          <ac:chgData name="Stefano Arbitrio" userId="5a626edc-c049-45b6-9b10-1ae955e69b98" providerId="ADAL" clId="{917CB280-5B04-543C-8F46-1D8CFB039AE5}" dt="2026-02-26T15:37:09.136" v="846" actId="1076"/>
          <ac:picMkLst>
            <pc:docMk/>
            <pc:sldMk cId="3549201885" sldId="274"/>
            <ac:picMk id="5" creationId="{96280331-1F9E-E5FC-706B-5169E15A5BD9}"/>
          </ac:picMkLst>
        </pc:picChg>
        <pc:picChg chg="add mod">
          <ac:chgData name="Stefano Arbitrio" userId="5a626edc-c049-45b6-9b10-1ae955e69b98" providerId="ADAL" clId="{917CB280-5B04-543C-8F46-1D8CFB039AE5}" dt="2026-02-26T15:37:09.136" v="846" actId="1076"/>
          <ac:picMkLst>
            <pc:docMk/>
            <pc:sldMk cId="3549201885" sldId="274"/>
            <ac:picMk id="6" creationId="{05E9C580-F6B3-1858-2A13-F946014D98CF}"/>
          </ac:picMkLst>
        </pc:picChg>
        <pc:picChg chg="add mod modCrop">
          <ac:chgData name="Stefano Arbitrio" userId="5a626edc-c049-45b6-9b10-1ae955e69b98" providerId="ADAL" clId="{917CB280-5B04-543C-8F46-1D8CFB039AE5}" dt="2026-02-26T15:47:47.327" v="1355" actId="1076"/>
          <ac:picMkLst>
            <pc:docMk/>
            <pc:sldMk cId="3549201885" sldId="274"/>
            <ac:picMk id="46" creationId="{B4A89D83-43AF-69C3-A5FF-106793498652}"/>
          </ac:picMkLst>
        </pc:picChg>
        <pc:cxnChg chg="add mod">
          <ac:chgData name="Stefano Arbitrio" userId="5a626edc-c049-45b6-9b10-1ae955e69b98" providerId="ADAL" clId="{917CB280-5B04-543C-8F46-1D8CFB039AE5}" dt="2026-02-26T15:37:55.948" v="858" actId="14100"/>
          <ac:cxnSpMkLst>
            <pc:docMk/>
            <pc:sldMk cId="3549201885" sldId="274"/>
            <ac:cxnSpMk id="8" creationId="{02B85773-51EE-B063-227C-ECEE8350DA4E}"/>
          </ac:cxnSpMkLst>
        </pc:cxnChg>
        <pc:cxnChg chg="add mod">
          <ac:chgData name="Stefano Arbitrio" userId="5a626edc-c049-45b6-9b10-1ae955e69b98" providerId="ADAL" clId="{917CB280-5B04-543C-8F46-1D8CFB039AE5}" dt="2026-02-26T15:43:07.006" v="1230" actId="14100"/>
          <ac:cxnSpMkLst>
            <pc:docMk/>
            <pc:sldMk cId="3549201885" sldId="274"/>
            <ac:cxnSpMk id="13" creationId="{5FB248EA-E20E-ACA5-2904-46D9802274D8}"/>
          </ac:cxnSpMkLst>
        </pc:cxnChg>
        <pc:cxnChg chg="add mod">
          <ac:chgData name="Stefano Arbitrio" userId="5a626edc-c049-45b6-9b10-1ae955e69b98" providerId="ADAL" clId="{917CB280-5B04-543C-8F46-1D8CFB039AE5}" dt="2026-02-26T15:39:15.341" v="975" actId="1076"/>
          <ac:cxnSpMkLst>
            <pc:docMk/>
            <pc:sldMk cId="3549201885" sldId="274"/>
            <ac:cxnSpMk id="15" creationId="{F5BE2910-C9CF-6165-E243-27997230FEFB}"/>
          </ac:cxnSpMkLst>
        </pc:cxnChg>
        <pc:cxnChg chg="add mod">
          <ac:chgData name="Stefano Arbitrio" userId="5a626edc-c049-45b6-9b10-1ae955e69b98" providerId="ADAL" clId="{917CB280-5B04-543C-8F46-1D8CFB039AE5}" dt="2026-02-26T15:43:00.919" v="1228" actId="14100"/>
          <ac:cxnSpMkLst>
            <pc:docMk/>
            <pc:sldMk cId="3549201885" sldId="274"/>
            <ac:cxnSpMk id="19" creationId="{0A5420E5-EC92-5335-7095-6D4673059052}"/>
          </ac:cxnSpMkLst>
        </pc:cxnChg>
        <pc:cxnChg chg="add mod">
          <ac:chgData name="Stefano Arbitrio" userId="5a626edc-c049-45b6-9b10-1ae955e69b98" providerId="ADAL" clId="{917CB280-5B04-543C-8F46-1D8CFB039AE5}" dt="2026-02-26T15:43:03.182" v="1229" actId="14100"/>
          <ac:cxnSpMkLst>
            <pc:docMk/>
            <pc:sldMk cId="3549201885" sldId="274"/>
            <ac:cxnSpMk id="25" creationId="{007C642B-DC3D-E563-D684-729CA5516D60}"/>
          </ac:cxnSpMkLst>
        </pc:cxnChg>
        <pc:cxnChg chg="add mod">
          <ac:chgData name="Stefano Arbitrio" userId="5a626edc-c049-45b6-9b10-1ae955e69b98" providerId="ADAL" clId="{917CB280-5B04-543C-8F46-1D8CFB039AE5}" dt="2026-02-26T15:41:53.519" v="1116" actId="1076"/>
          <ac:cxnSpMkLst>
            <pc:docMk/>
            <pc:sldMk cId="3549201885" sldId="274"/>
            <ac:cxnSpMk id="30" creationId="{83CABAD2-0207-A209-7868-684B80E9111B}"/>
          </ac:cxnSpMkLst>
        </pc:cxnChg>
        <pc:cxnChg chg="add mod">
          <ac:chgData name="Stefano Arbitrio" userId="5a626edc-c049-45b6-9b10-1ae955e69b98" providerId="ADAL" clId="{917CB280-5B04-543C-8F46-1D8CFB039AE5}" dt="2026-02-26T15:45:12.401" v="1273" actId="14100"/>
          <ac:cxnSpMkLst>
            <pc:docMk/>
            <pc:sldMk cId="3549201885" sldId="274"/>
            <ac:cxnSpMk id="37" creationId="{433316B5-2D54-0C91-A0F4-C3E81F077A8B}"/>
          </ac:cxnSpMkLst>
        </pc:cxnChg>
        <pc:cxnChg chg="add mod">
          <ac:chgData name="Stefano Arbitrio" userId="5a626edc-c049-45b6-9b10-1ae955e69b98" providerId="ADAL" clId="{917CB280-5B04-543C-8F46-1D8CFB039AE5}" dt="2026-02-26T15:45:17.744" v="1275" actId="1076"/>
          <ac:cxnSpMkLst>
            <pc:docMk/>
            <pc:sldMk cId="3549201885" sldId="274"/>
            <ac:cxnSpMk id="41" creationId="{33017278-8025-5EBE-35AF-6F4322374547}"/>
          </ac:cxnSpMkLst>
        </pc:cxnChg>
        <pc:cxnChg chg="add mod">
          <ac:chgData name="Stefano Arbitrio" userId="5a626edc-c049-45b6-9b10-1ae955e69b98" providerId="ADAL" clId="{917CB280-5B04-543C-8F46-1D8CFB039AE5}" dt="2026-02-26T15:52:16.421" v="1364" actId="208"/>
          <ac:cxnSpMkLst>
            <pc:docMk/>
            <pc:sldMk cId="3549201885" sldId="274"/>
            <ac:cxnSpMk id="48" creationId="{472378C8-ADA0-FD9C-8BAA-3597BB8AAD62}"/>
          </ac:cxnSpMkLst>
        </pc:cxnChg>
      </pc:sldChg>
      <pc:sldChg chg="delSp modSp add mod">
        <pc:chgData name="Stefano Arbitrio" userId="5a626edc-c049-45b6-9b10-1ae955e69b98" providerId="ADAL" clId="{917CB280-5B04-543C-8F46-1D8CFB039AE5}" dt="2026-03-12T14:03:48.473" v="1421" actId="478"/>
        <pc:sldMkLst>
          <pc:docMk/>
          <pc:sldMk cId="1966657182" sldId="278"/>
        </pc:sldMkLst>
        <pc:spChg chg="mod">
          <ac:chgData name="Stefano Arbitrio" userId="5a626edc-c049-45b6-9b10-1ae955e69b98" providerId="ADAL" clId="{917CB280-5B04-543C-8F46-1D8CFB039AE5}" dt="2026-03-12T14:03:40.902" v="1418" actId="1076"/>
          <ac:spMkLst>
            <pc:docMk/>
            <pc:sldMk cId="1966657182" sldId="278"/>
            <ac:spMk id="6" creationId="{A589DF99-A75B-D430-5F78-BC84A9040548}"/>
          </ac:spMkLst>
        </pc:spChg>
        <pc:spChg chg="mod">
          <ac:chgData name="Stefano Arbitrio" userId="5a626edc-c049-45b6-9b10-1ae955e69b98" providerId="ADAL" clId="{917CB280-5B04-543C-8F46-1D8CFB039AE5}" dt="2026-03-12T14:03:40.902" v="1418" actId="1076"/>
          <ac:spMkLst>
            <pc:docMk/>
            <pc:sldMk cId="1966657182" sldId="278"/>
            <ac:spMk id="10" creationId="{37754DAC-CA2E-7F59-654D-9E8A3848C40B}"/>
          </ac:spMkLst>
        </pc:spChg>
        <pc:spChg chg="mod">
          <ac:chgData name="Stefano Arbitrio" userId="5a626edc-c049-45b6-9b10-1ae955e69b98" providerId="ADAL" clId="{917CB280-5B04-543C-8F46-1D8CFB039AE5}" dt="2026-03-12T14:03:40.902" v="1418" actId="1076"/>
          <ac:spMkLst>
            <pc:docMk/>
            <pc:sldMk cId="1966657182" sldId="278"/>
            <ac:spMk id="41" creationId="{0026E022-E9F6-8EE6-EEF7-1D603ACD3532}"/>
          </ac:spMkLst>
        </pc:spChg>
        <pc:spChg chg="mod">
          <ac:chgData name="Stefano Arbitrio" userId="5a626edc-c049-45b6-9b10-1ae955e69b98" providerId="ADAL" clId="{917CB280-5B04-543C-8F46-1D8CFB039AE5}" dt="2026-03-12T14:03:40.902" v="1418" actId="1076"/>
          <ac:spMkLst>
            <pc:docMk/>
            <pc:sldMk cId="1966657182" sldId="278"/>
            <ac:spMk id="42" creationId="{CFFD1C58-79E0-EFF7-EAEE-2C7106502353}"/>
          </ac:spMkLst>
        </pc:spChg>
        <pc:picChg chg="mod">
          <ac:chgData name="Stefano Arbitrio" userId="5a626edc-c049-45b6-9b10-1ae955e69b98" providerId="ADAL" clId="{917CB280-5B04-543C-8F46-1D8CFB039AE5}" dt="2026-03-12T14:03:40.902" v="1418" actId="1076"/>
          <ac:picMkLst>
            <pc:docMk/>
            <pc:sldMk cId="1966657182" sldId="278"/>
            <ac:picMk id="5" creationId="{3F33BAC5-18E3-D964-98D8-E24532A3D6FE}"/>
          </ac:picMkLst>
        </pc:picChg>
        <pc:cxnChg chg="mod">
          <ac:chgData name="Stefano Arbitrio" userId="5a626edc-c049-45b6-9b10-1ae955e69b98" providerId="ADAL" clId="{917CB280-5B04-543C-8F46-1D8CFB039AE5}" dt="2026-03-12T14:03:40.902" v="1418" actId="1076"/>
          <ac:cxnSpMkLst>
            <pc:docMk/>
            <pc:sldMk cId="1966657182" sldId="278"/>
            <ac:cxnSpMk id="43" creationId="{78F89CBD-3209-406C-221A-2DA0A705E2EA}"/>
          </ac:cxnSpMkLst>
        </pc:cxnChg>
      </pc:sldChg>
    </pc:docChg>
  </pc:docChgLst>
  <pc:docChgLst>
    <pc:chgData name="Stefano Arbitrio" userId="5a626edc-c049-45b6-9b10-1ae955e69b98" providerId="ADAL" clId="{375E85FB-C6BF-5FFB-9041-97862A9A96EF}"/>
    <pc:docChg chg="undo custSel addSld delSld modSld sldOrd">
      <pc:chgData name="Stefano Arbitrio" userId="5a626edc-c049-45b6-9b10-1ae955e69b98" providerId="ADAL" clId="{375E85FB-C6BF-5FFB-9041-97862A9A96EF}" dt="2026-03-14T06:24:17.603" v="2241" actId="2696"/>
      <pc:docMkLst>
        <pc:docMk/>
      </pc:docMkLst>
      <pc:sldChg chg="del">
        <pc:chgData name="Stefano Arbitrio" userId="5a626edc-c049-45b6-9b10-1ae955e69b98" providerId="ADAL" clId="{375E85FB-C6BF-5FFB-9041-97862A9A96EF}" dt="2026-03-14T06:18:58.349" v="2139" actId="2696"/>
        <pc:sldMkLst>
          <pc:docMk/>
          <pc:sldMk cId="967073294" sldId="256"/>
        </pc:sldMkLst>
      </pc:sldChg>
      <pc:sldChg chg="del">
        <pc:chgData name="Stefano Arbitrio" userId="5a626edc-c049-45b6-9b10-1ae955e69b98" providerId="ADAL" clId="{375E85FB-C6BF-5FFB-9041-97862A9A96EF}" dt="2026-03-14T06:19:00.619" v="2140" actId="2696"/>
        <pc:sldMkLst>
          <pc:docMk/>
          <pc:sldMk cId="1940343187" sldId="257"/>
        </pc:sldMkLst>
      </pc:sldChg>
      <pc:sldChg chg="addSp delSp modSp del mod">
        <pc:chgData name="Stefano Arbitrio" userId="5a626edc-c049-45b6-9b10-1ae955e69b98" providerId="ADAL" clId="{375E85FB-C6BF-5FFB-9041-97862A9A96EF}" dt="2026-03-14T06:19:03.552" v="2141" actId="2696"/>
        <pc:sldMkLst>
          <pc:docMk/>
          <pc:sldMk cId="2719104412" sldId="258"/>
        </pc:sldMkLst>
      </pc:sldChg>
      <pc:sldChg chg="addSp delSp modSp del mod">
        <pc:chgData name="Stefano Arbitrio" userId="5a626edc-c049-45b6-9b10-1ae955e69b98" providerId="ADAL" clId="{375E85FB-C6BF-5FFB-9041-97862A9A96EF}" dt="2026-03-14T06:19:08.425" v="2143" actId="2696"/>
        <pc:sldMkLst>
          <pc:docMk/>
          <pc:sldMk cId="2482318823" sldId="259"/>
        </pc:sldMkLst>
      </pc:sldChg>
      <pc:sldChg chg="addSp delSp modSp mod">
        <pc:chgData name="Stefano Arbitrio" userId="5a626edc-c049-45b6-9b10-1ae955e69b98" providerId="ADAL" clId="{375E85FB-C6BF-5FFB-9041-97862A9A96EF}" dt="2026-03-05T18:06:16.711" v="876" actId="1076"/>
        <pc:sldMkLst>
          <pc:docMk/>
          <pc:sldMk cId="4026093875" sldId="261"/>
        </pc:sldMkLst>
        <pc:spChg chg="add mod">
          <ac:chgData name="Stefano Arbitrio" userId="5a626edc-c049-45b6-9b10-1ae955e69b98" providerId="ADAL" clId="{375E85FB-C6BF-5FFB-9041-97862A9A96EF}" dt="2026-03-05T18:04:54.998" v="737" actId="14100"/>
          <ac:spMkLst>
            <pc:docMk/>
            <pc:sldMk cId="4026093875" sldId="261"/>
            <ac:spMk id="6" creationId="{3B223E44-BC9D-5E3D-54BF-8E296ADD71F4}"/>
          </ac:spMkLst>
        </pc:spChg>
        <pc:spChg chg="add mod">
          <ac:chgData name="Stefano Arbitrio" userId="5a626edc-c049-45b6-9b10-1ae955e69b98" providerId="ADAL" clId="{375E85FB-C6BF-5FFB-9041-97862A9A96EF}" dt="2026-03-05T18:05:23.899" v="831" actId="20577"/>
          <ac:spMkLst>
            <pc:docMk/>
            <pc:sldMk cId="4026093875" sldId="261"/>
            <ac:spMk id="7" creationId="{01ACCB14-55ED-BA99-2888-AE32D8A4ABB8}"/>
          </ac:spMkLst>
        </pc:spChg>
        <pc:spChg chg="add mod">
          <ac:chgData name="Stefano Arbitrio" userId="5a626edc-c049-45b6-9b10-1ae955e69b98" providerId="ADAL" clId="{375E85FB-C6BF-5FFB-9041-97862A9A96EF}" dt="2026-03-05T18:05:45.392" v="839" actId="14100"/>
          <ac:spMkLst>
            <pc:docMk/>
            <pc:sldMk cId="4026093875" sldId="261"/>
            <ac:spMk id="13" creationId="{8F50141D-D435-19D9-D460-8D2F03203ADA}"/>
          </ac:spMkLst>
        </pc:spChg>
        <pc:spChg chg="mod">
          <ac:chgData name="Stefano Arbitrio" userId="5a626edc-c049-45b6-9b10-1ae955e69b98" providerId="ADAL" clId="{375E85FB-C6BF-5FFB-9041-97862A9A96EF}" dt="2026-03-05T18:06:02.148" v="870" actId="1076"/>
          <ac:spMkLst>
            <pc:docMk/>
            <pc:sldMk cId="4026093875" sldId="261"/>
            <ac:spMk id="15" creationId="{4B1B5241-5899-C69F-1DD2-4AA359F4DAA3}"/>
          </ac:spMkLst>
        </pc:spChg>
        <pc:spChg chg="add mod">
          <ac:chgData name="Stefano Arbitrio" userId="5a626edc-c049-45b6-9b10-1ae955e69b98" providerId="ADAL" clId="{375E85FB-C6BF-5FFB-9041-97862A9A96EF}" dt="2026-03-05T18:06:13.098" v="874" actId="14100"/>
          <ac:spMkLst>
            <pc:docMk/>
            <pc:sldMk cId="4026093875" sldId="261"/>
            <ac:spMk id="16" creationId="{4ED1A119-38FE-C871-9F5B-AF2F60030325}"/>
          </ac:spMkLst>
        </pc:spChg>
        <pc:spChg chg="add mod">
          <ac:chgData name="Stefano Arbitrio" userId="5a626edc-c049-45b6-9b10-1ae955e69b98" providerId="ADAL" clId="{375E85FB-C6BF-5FFB-9041-97862A9A96EF}" dt="2026-03-05T18:06:16.711" v="876" actId="1076"/>
          <ac:spMkLst>
            <pc:docMk/>
            <pc:sldMk cId="4026093875" sldId="261"/>
            <ac:spMk id="17" creationId="{870846A5-99A0-B3F2-C209-96884B4381B8}"/>
          </ac:spMkLst>
        </pc:spChg>
        <pc:picChg chg="add mod">
          <ac:chgData name="Stefano Arbitrio" userId="5a626edc-c049-45b6-9b10-1ae955e69b98" providerId="ADAL" clId="{375E85FB-C6BF-5FFB-9041-97862A9A96EF}" dt="2026-03-05T18:04:39.598" v="734" actId="1076"/>
          <ac:picMkLst>
            <pc:docMk/>
            <pc:sldMk cId="4026093875" sldId="261"/>
            <ac:picMk id="4" creationId="{645EF728-7DF3-06E8-290E-953CAF9FF126}"/>
          </ac:picMkLst>
        </pc:picChg>
        <pc:cxnChg chg="mod">
          <ac:chgData name="Stefano Arbitrio" userId="5a626edc-c049-45b6-9b10-1ae955e69b98" providerId="ADAL" clId="{375E85FB-C6BF-5FFB-9041-97862A9A96EF}" dt="2026-03-05T18:06:05.725" v="871" actId="14100"/>
          <ac:cxnSpMkLst>
            <pc:docMk/>
            <pc:sldMk cId="4026093875" sldId="261"/>
            <ac:cxnSpMk id="11" creationId="{081615D0-A3B1-FCC3-A3BB-DE2777541A40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8:09:11.744" v="1042" actId="20577"/>
        <pc:sldMkLst>
          <pc:docMk/>
          <pc:sldMk cId="3467716776" sldId="262"/>
        </pc:sldMkLst>
        <pc:spChg chg="add mod">
          <ac:chgData name="Stefano Arbitrio" userId="5a626edc-c049-45b6-9b10-1ae955e69b98" providerId="ADAL" clId="{375E85FB-C6BF-5FFB-9041-97862A9A96EF}" dt="2026-03-05T18:07:45.680" v="888" actId="14100"/>
          <ac:spMkLst>
            <pc:docMk/>
            <pc:sldMk cId="3467716776" sldId="262"/>
            <ac:spMk id="9" creationId="{B173B7F1-3D23-20DB-DC35-4740D6EA13C4}"/>
          </ac:spMkLst>
        </pc:spChg>
        <pc:spChg chg="add mod">
          <ac:chgData name="Stefano Arbitrio" userId="5a626edc-c049-45b6-9b10-1ae955e69b98" providerId="ADAL" clId="{375E85FB-C6BF-5FFB-9041-97862A9A96EF}" dt="2026-03-05T18:08:10.083" v="941" actId="1076"/>
          <ac:spMkLst>
            <pc:docMk/>
            <pc:sldMk cId="3467716776" sldId="262"/>
            <ac:spMk id="12" creationId="{707D6E64-5493-9BB5-4B5A-F211719C7CA5}"/>
          </ac:spMkLst>
        </pc:spChg>
        <pc:spChg chg="add mod">
          <ac:chgData name="Stefano Arbitrio" userId="5a626edc-c049-45b6-9b10-1ae955e69b98" providerId="ADAL" clId="{375E85FB-C6BF-5FFB-9041-97862A9A96EF}" dt="2026-03-05T18:08:37.207" v="949" actId="14100"/>
          <ac:spMkLst>
            <pc:docMk/>
            <pc:sldMk cId="3467716776" sldId="262"/>
            <ac:spMk id="20" creationId="{9905FC04-A27B-691F-C579-2091C648D150}"/>
          </ac:spMkLst>
        </pc:spChg>
        <pc:spChg chg="add mod">
          <ac:chgData name="Stefano Arbitrio" userId="5a626edc-c049-45b6-9b10-1ae955e69b98" providerId="ADAL" clId="{375E85FB-C6BF-5FFB-9041-97862A9A96EF}" dt="2026-03-05T18:09:11.744" v="1042" actId="20577"/>
          <ac:spMkLst>
            <pc:docMk/>
            <pc:sldMk cId="3467716776" sldId="262"/>
            <ac:spMk id="22" creationId="{96325498-1776-0AEB-CC4F-88972276BDCC}"/>
          </ac:spMkLst>
        </pc:spChg>
        <pc:picChg chg="add mod">
          <ac:chgData name="Stefano Arbitrio" userId="5a626edc-c049-45b6-9b10-1ae955e69b98" providerId="ADAL" clId="{375E85FB-C6BF-5FFB-9041-97862A9A96EF}" dt="2026-03-05T18:07:07.279" v="882" actId="1076"/>
          <ac:picMkLst>
            <pc:docMk/>
            <pc:sldMk cId="3467716776" sldId="262"/>
            <ac:picMk id="7" creationId="{F2B5DAEC-E929-DE02-4C3E-7C12D159C86E}"/>
          </ac:picMkLst>
        </pc:picChg>
        <pc:cxnChg chg="add mod">
          <ac:chgData name="Stefano Arbitrio" userId="5a626edc-c049-45b6-9b10-1ae955e69b98" providerId="ADAL" clId="{375E85FB-C6BF-5FFB-9041-97862A9A96EF}" dt="2026-03-05T18:07:53.819" v="893" actId="14100"/>
          <ac:cxnSpMkLst>
            <pc:docMk/>
            <pc:sldMk cId="3467716776" sldId="262"/>
            <ac:cxnSpMk id="10" creationId="{2CE266C0-06D5-D73B-204C-5258C8BF868F}"/>
          </ac:cxnSpMkLst>
        </pc:cxnChg>
        <pc:cxnChg chg="add mod">
          <ac:chgData name="Stefano Arbitrio" userId="5a626edc-c049-45b6-9b10-1ae955e69b98" providerId="ADAL" clId="{375E85FB-C6BF-5FFB-9041-97862A9A96EF}" dt="2026-03-05T18:08:19.707" v="943" actId="1076"/>
          <ac:cxnSpMkLst>
            <pc:docMk/>
            <pc:sldMk cId="3467716776" sldId="262"/>
            <ac:cxnSpMk id="21" creationId="{BCC64550-921D-3A40-7ABC-7B354B4EA8BE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8:11:07.989" v="1146" actId="14100"/>
        <pc:sldMkLst>
          <pc:docMk/>
          <pc:sldMk cId="2048298231" sldId="263"/>
        </pc:sldMkLst>
        <pc:spChg chg="add mod">
          <ac:chgData name="Stefano Arbitrio" userId="5a626edc-c049-45b6-9b10-1ae955e69b98" providerId="ADAL" clId="{375E85FB-C6BF-5FFB-9041-97862A9A96EF}" dt="2026-03-05T18:10:21.686" v="1054" actId="1076"/>
          <ac:spMkLst>
            <pc:docMk/>
            <pc:sldMk cId="2048298231" sldId="263"/>
            <ac:spMk id="7" creationId="{9F0C1AEF-9EDA-E2ED-D6B9-551C6F02CAEA}"/>
          </ac:spMkLst>
        </pc:spChg>
        <pc:spChg chg="add mod">
          <ac:chgData name="Stefano Arbitrio" userId="5a626edc-c049-45b6-9b10-1ae955e69b98" providerId="ADAL" clId="{375E85FB-C6BF-5FFB-9041-97862A9A96EF}" dt="2026-03-05T18:10:37.677" v="1116" actId="1076"/>
          <ac:spMkLst>
            <pc:docMk/>
            <pc:sldMk cId="2048298231" sldId="263"/>
            <ac:spMk id="12" creationId="{CDDE2973-0680-37C5-0784-B70AFB7656FB}"/>
          </ac:spMkLst>
        </pc:spChg>
        <pc:spChg chg="add mod">
          <ac:chgData name="Stefano Arbitrio" userId="5a626edc-c049-45b6-9b10-1ae955e69b98" providerId="ADAL" clId="{375E85FB-C6BF-5FFB-9041-97862A9A96EF}" dt="2026-03-05T18:10:43.436" v="1118" actId="1076"/>
          <ac:spMkLst>
            <pc:docMk/>
            <pc:sldMk cId="2048298231" sldId="263"/>
            <ac:spMk id="13" creationId="{DF5BA12D-C42B-1FAA-185A-8890BE9044AA}"/>
          </ac:spMkLst>
        </pc:spChg>
        <pc:spChg chg="add mod">
          <ac:chgData name="Stefano Arbitrio" userId="5a626edc-c049-45b6-9b10-1ae955e69b98" providerId="ADAL" clId="{375E85FB-C6BF-5FFB-9041-97862A9A96EF}" dt="2026-03-05T18:11:05.985" v="1145" actId="1076"/>
          <ac:spMkLst>
            <pc:docMk/>
            <pc:sldMk cId="2048298231" sldId="263"/>
            <ac:spMk id="15" creationId="{F10DAD92-8C7D-097E-93E0-C732D1CB06EA}"/>
          </ac:spMkLst>
        </pc:spChg>
        <pc:picChg chg="add mod">
          <ac:chgData name="Stefano Arbitrio" userId="5a626edc-c049-45b6-9b10-1ae955e69b98" providerId="ADAL" clId="{375E85FB-C6BF-5FFB-9041-97862A9A96EF}" dt="2026-03-05T18:10:11.064" v="1052" actId="1076"/>
          <ac:picMkLst>
            <pc:docMk/>
            <pc:sldMk cId="2048298231" sldId="263"/>
            <ac:picMk id="4" creationId="{5DBA7629-E601-D45F-B7DB-9672044431A9}"/>
          </ac:picMkLst>
        </pc:picChg>
        <pc:cxnChg chg="add mod">
          <ac:chgData name="Stefano Arbitrio" userId="5a626edc-c049-45b6-9b10-1ae955e69b98" providerId="ADAL" clId="{375E85FB-C6BF-5FFB-9041-97862A9A96EF}" dt="2026-03-05T18:10:21.686" v="1054" actId="1076"/>
          <ac:cxnSpMkLst>
            <pc:docMk/>
            <pc:sldMk cId="2048298231" sldId="263"/>
            <ac:cxnSpMk id="9" creationId="{E4BE80E7-4A49-8F35-213F-D31B49AF3701}"/>
          </ac:cxnSpMkLst>
        </pc:cxnChg>
        <pc:cxnChg chg="add mod">
          <ac:chgData name="Stefano Arbitrio" userId="5a626edc-c049-45b6-9b10-1ae955e69b98" providerId="ADAL" clId="{375E85FB-C6BF-5FFB-9041-97862A9A96EF}" dt="2026-03-05T18:11:07.989" v="1146" actId="14100"/>
          <ac:cxnSpMkLst>
            <pc:docMk/>
            <pc:sldMk cId="2048298231" sldId="263"/>
            <ac:cxnSpMk id="14" creationId="{5042920B-67FD-E756-0C2B-B359A20B2E0D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7:50:49.195" v="272" actId="1076"/>
        <pc:sldMkLst>
          <pc:docMk/>
          <pc:sldMk cId="2021438539" sldId="265"/>
        </pc:sldMkLst>
        <pc:spChg chg="mod">
          <ac:chgData name="Stefano Arbitrio" userId="5a626edc-c049-45b6-9b10-1ae955e69b98" providerId="ADAL" clId="{375E85FB-C6BF-5FFB-9041-97862A9A96EF}" dt="2026-03-05T17:50:49.195" v="272" actId="1076"/>
          <ac:spMkLst>
            <pc:docMk/>
            <pc:sldMk cId="2021438539" sldId="265"/>
            <ac:spMk id="6" creationId="{008D508E-1A1A-E4A8-64E1-7080E2C07C91}"/>
          </ac:spMkLst>
        </pc:spChg>
        <pc:spChg chg="add mod">
          <ac:chgData name="Stefano Arbitrio" userId="5a626edc-c049-45b6-9b10-1ae955e69b98" providerId="ADAL" clId="{375E85FB-C6BF-5FFB-9041-97862A9A96EF}" dt="2026-03-05T17:50:25.530" v="261" actId="14100"/>
          <ac:spMkLst>
            <pc:docMk/>
            <pc:sldMk cId="2021438539" sldId="265"/>
            <ac:spMk id="12" creationId="{F50F38DC-EB24-D330-CC7A-52F7796D1BDE}"/>
          </ac:spMkLst>
        </pc:spChg>
        <pc:spChg chg="mod">
          <ac:chgData name="Stefano Arbitrio" userId="5a626edc-c049-45b6-9b10-1ae955e69b98" providerId="ADAL" clId="{375E85FB-C6BF-5FFB-9041-97862A9A96EF}" dt="2026-03-05T17:50:15.669" v="257" actId="14100"/>
          <ac:spMkLst>
            <pc:docMk/>
            <pc:sldMk cId="2021438539" sldId="265"/>
            <ac:spMk id="13" creationId="{B2A6794D-706C-0EDF-F903-A42D4F82ADEA}"/>
          </ac:spMkLst>
        </pc:spChg>
        <pc:picChg chg="add mod">
          <ac:chgData name="Stefano Arbitrio" userId="5a626edc-c049-45b6-9b10-1ae955e69b98" providerId="ADAL" clId="{375E85FB-C6BF-5FFB-9041-97862A9A96EF}" dt="2026-03-05T17:49:29.982" v="248" actId="14100"/>
          <ac:picMkLst>
            <pc:docMk/>
            <pc:sldMk cId="2021438539" sldId="265"/>
            <ac:picMk id="3" creationId="{0CF3338D-4818-4582-E3E8-923B731732FE}"/>
          </ac:picMkLst>
        </pc:picChg>
        <pc:cxnChg chg="mod">
          <ac:chgData name="Stefano Arbitrio" userId="5a626edc-c049-45b6-9b10-1ae955e69b98" providerId="ADAL" clId="{375E85FB-C6BF-5FFB-9041-97862A9A96EF}" dt="2026-03-05T17:50:29.820" v="262" actId="14100"/>
          <ac:cxnSpMkLst>
            <pc:docMk/>
            <pc:sldMk cId="2021438539" sldId="265"/>
            <ac:cxnSpMk id="8" creationId="{3FE74338-AEE3-41E5-4B07-C03FAC199227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7:54:52.443" v="370" actId="14100"/>
        <pc:sldMkLst>
          <pc:docMk/>
          <pc:sldMk cId="2133443298" sldId="266"/>
        </pc:sldMkLst>
        <pc:spChg chg="mod">
          <ac:chgData name="Stefano Arbitrio" userId="5a626edc-c049-45b6-9b10-1ae955e69b98" providerId="ADAL" clId="{375E85FB-C6BF-5FFB-9041-97862A9A96EF}" dt="2026-03-05T17:54:48.534" v="369" actId="1076"/>
          <ac:spMkLst>
            <pc:docMk/>
            <pc:sldMk cId="2133443298" sldId="266"/>
            <ac:spMk id="2" creationId="{D23C378D-B5B6-79FA-C666-40A220DF0360}"/>
          </ac:spMkLst>
        </pc:spChg>
        <pc:spChg chg="add mod">
          <ac:chgData name="Stefano Arbitrio" userId="5a626edc-c049-45b6-9b10-1ae955e69b98" providerId="ADAL" clId="{375E85FB-C6BF-5FFB-9041-97862A9A96EF}" dt="2026-03-05T17:53:56.969" v="336" actId="14100"/>
          <ac:spMkLst>
            <pc:docMk/>
            <pc:sldMk cId="2133443298" sldId="266"/>
            <ac:spMk id="11" creationId="{CC3AD9DB-F626-CB71-7BC0-BA8D74A81C5C}"/>
          </ac:spMkLst>
        </pc:spChg>
        <pc:spChg chg="add mod">
          <ac:chgData name="Stefano Arbitrio" userId="5a626edc-c049-45b6-9b10-1ae955e69b98" providerId="ADAL" clId="{375E85FB-C6BF-5FFB-9041-97862A9A96EF}" dt="2026-03-05T17:54:05.747" v="339" actId="14100"/>
          <ac:spMkLst>
            <pc:docMk/>
            <pc:sldMk cId="2133443298" sldId="266"/>
            <ac:spMk id="12" creationId="{CD00BAF6-1ADA-842D-AF3A-5AD48E04571A}"/>
          </ac:spMkLst>
        </pc:spChg>
        <pc:spChg chg="add mod">
          <ac:chgData name="Stefano Arbitrio" userId="5a626edc-c049-45b6-9b10-1ae955e69b98" providerId="ADAL" clId="{375E85FB-C6BF-5FFB-9041-97862A9A96EF}" dt="2026-03-05T17:54:42.110" v="364" actId="14100"/>
          <ac:spMkLst>
            <pc:docMk/>
            <pc:sldMk cId="2133443298" sldId="266"/>
            <ac:spMk id="14" creationId="{BEA576D7-B2FB-1F31-EE8D-C0B8F64FED21}"/>
          </ac:spMkLst>
        </pc:spChg>
        <pc:picChg chg="mod">
          <ac:chgData name="Stefano Arbitrio" userId="5a626edc-c049-45b6-9b10-1ae955e69b98" providerId="ADAL" clId="{375E85FB-C6BF-5FFB-9041-97862A9A96EF}" dt="2026-03-05T17:54:34.498" v="362" actId="1076"/>
          <ac:picMkLst>
            <pc:docMk/>
            <pc:sldMk cId="2133443298" sldId="266"/>
            <ac:picMk id="3" creationId="{160D57D2-D5DB-E85D-A03A-DFBD59051CB3}"/>
          </ac:picMkLst>
        </pc:picChg>
        <pc:picChg chg="add del mod">
          <ac:chgData name="Stefano Arbitrio" userId="5a626edc-c049-45b6-9b10-1ae955e69b98" providerId="ADAL" clId="{375E85FB-C6BF-5FFB-9041-97862A9A96EF}" dt="2026-03-05T17:54:46.082" v="368" actId="1076"/>
          <ac:picMkLst>
            <pc:docMk/>
            <pc:sldMk cId="2133443298" sldId="266"/>
            <ac:picMk id="9" creationId="{62E2E617-EAB8-B8F7-4159-E1B068673853}"/>
          </ac:picMkLst>
        </pc:picChg>
        <pc:cxnChg chg="mod">
          <ac:chgData name="Stefano Arbitrio" userId="5a626edc-c049-45b6-9b10-1ae955e69b98" providerId="ADAL" clId="{375E85FB-C6BF-5FFB-9041-97862A9A96EF}" dt="2026-03-05T17:54:52.443" v="370" actId="14100"/>
          <ac:cxnSpMkLst>
            <pc:docMk/>
            <pc:sldMk cId="2133443298" sldId="266"/>
            <ac:cxnSpMk id="8" creationId="{948054BD-1B1C-EB5D-A17E-19CB561BD0E8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8:00:38.484" v="509" actId="1076"/>
        <pc:sldMkLst>
          <pc:docMk/>
          <pc:sldMk cId="2855257300" sldId="267"/>
        </pc:sldMkLst>
        <pc:spChg chg="add mod">
          <ac:chgData name="Stefano Arbitrio" userId="5a626edc-c049-45b6-9b10-1ae955e69b98" providerId="ADAL" clId="{375E85FB-C6BF-5FFB-9041-97862A9A96EF}" dt="2026-03-05T17:56:32.406" v="381" actId="14100"/>
          <ac:spMkLst>
            <pc:docMk/>
            <pc:sldMk cId="2855257300" sldId="267"/>
            <ac:spMk id="4" creationId="{E6723F0F-DB77-8369-DF15-1D12DD2B0F14}"/>
          </ac:spMkLst>
        </pc:spChg>
        <pc:spChg chg="add del mod">
          <ac:chgData name="Stefano Arbitrio" userId="5a626edc-c049-45b6-9b10-1ae955e69b98" providerId="ADAL" clId="{375E85FB-C6BF-5FFB-9041-97862A9A96EF}" dt="2026-03-05T17:58:24.438" v="438" actId="1076"/>
          <ac:spMkLst>
            <pc:docMk/>
            <pc:sldMk cId="2855257300" sldId="267"/>
            <ac:spMk id="6" creationId="{8C133053-B054-5265-5D4A-95DD5275F4F6}"/>
          </ac:spMkLst>
        </pc:spChg>
        <pc:spChg chg="mod">
          <ac:chgData name="Stefano Arbitrio" userId="5a626edc-c049-45b6-9b10-1ae955e69b98" providerId="ADAL" clId="{375E85FB-C6BF-5FFB-9041-97862A9A96EF}" dt="2026-03-05T17:56:48.506" v="385" actId="166"/>
          <ac:spMkLst>
            <pc:docMk/>
            <pc:sldMk cId="2855257300" sldId="267"/>
            <ac:spMk id="10" creationId="{6E890670-DE54-7CA3-88EC-C8186EACD669}"/>
          </ac:spMkLst>
        </pc:spChg>
        <pc:spChg chg="add mod">
          <ac:chgData name="Stefano Arbitrio" userId="5a626edc-c049-45b6-9b10-1ae955e69b98" providerId="ADAL" clId="{375E85FB-C6BF-5FFB-9041-97862A9A96EF}" dt="2026-03-05T17:57:20.918" v="399" actId="14100"/>
          <ac:spMkLst>
            <pc:docMk/>
            <pc:sldMk cId="2855257300" sldId="267"/>
            <ac:spMk id="12" creationId="{13891A9F-25D2-DE10-BE0C-A6CB65118D8C}"/>
          </ac:spMkLst>
        </pc:spChg>
        <pc:spChg chg="add mod">
          <ac:chgData name="Stefano Arbitrio" userId="5a626edc-c049-45b6-9b10-1ae955e69b98" providerId="ADAL" clId="{375E85FB-C6BF-5FFB-9041-97862A9A96EF}" dt="2026-03-05T17:57:18.635" v="398" actId="14100"/>
          <ac:spMkLst>
            <pc:docMk/>
            <pc:sldMk cId="2855257300" sldId="267"/>
            <ac:spMk id="13" creationId="{A2B5A78B-B844-14EF-EB30-468E4459C172}"/>
          </ac:spMkLst>
        </pc:spChg>
        <pc:spChg chg="add mod">
          <ac:chgData name="Stefano Arbitrio" userId="5a626edc-c049-45b6-9b10-1ae955e69b98" providerId="ADAL" clId="{375E85FB-C6BF-5FFB-9041-97862A9A96EF}" dt="2026-03-05T17:57:13.985" v="397" actId="1037"/>
          <ac:spMkLst>
            <pc:docMk/>
            <pc:sldMk cId="2855257300" sldId="267"/>
            <ac:spMk id="14" creationId="{0F9B4875-0CEA-FF6C-91D5-ACCEFD5255F4}"/>
          </ac:spMkLst>
        </pc:spChg>
        <pc:spChg chg="add mod">
          <ac:chgData name="Stefano Arbitrio" userId="5a626edc-c049-45b6-9b10-1ae955e69b98" providerId="ADAL" clId="{375E85FB-C6BF-5FFB-9041-97862A9A96EF}" dt="2026-03-05T17:58:36.503" v="442" actId="14100"/>
          <ac:spMkLst>
            <pc:docMk/>
            <pc:sldMk cId="2855257300" sldId="267"/>
            <ac:spMk id="22" creationId="{8807F0F8-A49A-3D94-55DC-D3C79D47FDBC}"/>
          </ac:spMkLst>
        </pc:spChg>
        <pc:spChg chg="add mod">
          <ac:chgData name="Stefano Arbitrio" userId="5a626edc-c049-45b6-9b10-1ae955e69b98" providerId="ADAL" clId="{375E85FB-C6BF-5FFB-9041-97862A9A96EF}" dt="2026-03-05T18:00:38.484" v="509" actId="1076"/>
          <ac:spMkLst>
            <pc:docMk/>
            <pc:sldMk cId="2855257300" sldId="267"/>
            <ac:spMk id="23" creationId="{978743EB-24F1-9C29-3149-81B6FAA769C7}"/>
          </ac:spMkLst>
        </pc:spChg>
        <pc:picChg chg="add mod">
          <ac:chgData name="Stefano Arbitrio" userId="5a626edc-c049-45b6-9b10-1ae955e69b98" providerId="ADAL" clId="{375E85FB-C6BF-5FFB-9041-97862A9A96EF}" dt="2026-03-05T17:56:13.009" v="377" actId="14100"/>
          <ac:picMkLst>
            <pc:docMk/>
            <pc:sldMk cId="2855257300" sldId="267"/>
            <ac:picMk id="3" creationId="{C55884E6-24DA-CFBE-F7CD-9F993AC52573}"/>
          </ac:picMkLst>
        </pc:picChg>
        <pc:cxnChg chg="mod">
          <ac:chgData name="Stefano Arbitrio" userId="5a626edc-c049-45b6-9b10-1ae955e69b98" providerId="ADAL" clId="{375E85FB-C6BF-5FFB-9041-97862A9A96EF}" dt="2026-03-05T17:57:40.915" v="402" actId="166"/>
          <ac:cxnSpMkLst>
            <pc:docMk/>
            <pc:sldMk cId="2855257300" sldId="267"/>
            <ac:cxnSpMk id="8" creationId="{C68DA408-12ED-1E51-A3F4-AC604B31F2B3}"/>
          </ac:cxnSpMkLst>
        </pc:cxnChg>
        <pc:cxnChg chg="mod">
          <ac:chgData name="Stefano Arbitrio" userId="5a626edc-c049-45b6-9b10-1ae955e69b98" providerId="ADAL" clId="{375E85FB-C6BF-5FFB-9041-97862A9A96EF}" dt="2026-03-05T17:57:29.970" v="400" actId="166"/>
          <ac:cxnSpMkLst>
            <pc:docMk/>
            <pc:sldMk cId="2855257300" sldId="267"/>
            <ac:cxnSpMk id="11" creationId="{B76A30A2-A05A-59BE-EA41-2AF7932B1EA4}"/>
          </ac:cxnSpMkLst>
        </pc:cxnChg>
        <pc:cxnChg chg="add mod">
          <ac:chgData name="Stefano Arbitrio" userId="5a626edc-c049-45b6-9b10-1ae955e69b98" providerId="ADAL" clId="{375E85FB-C6BF-5FFB-9041-97862A9A96EF}" dt="2026-03-05T17:58:09.670" v="417" actId="14100"/>
          <ac:cxnSpMkLst>
            <pc:docMk/>
            <pc:sldMk cId="2855257300" sldId="267"/>
            <ac:cxnSpMk id="16" creationId="{A868E9AE-7966-19EC-8774-1FC4219B7E76}"/>
          </ac:cxnSpMkLst>
        </pc:cxnChg>
        <pc:cxnChg chg="add mod">
          <ac:chgData name="Stefano Arbitrio" userId="5a626edc-c049-45b6-9b10-1ae955e69b98" providerId="ADAL" clId="{375E85FB-C6BF-5FFB-9041-97862A9A96EF}" dt="2026-03-05T17:58:12.714" v="419" actId="14100"/>
          <ac:cxnSpMkLst>
            <pc:docMk/>
            <pc:sldMk cId="2855257300" sldId="267"/>
            <ac:cxnSpMk id="20" creationId="{52DB7079-A9B2-DF0F-A9C5-9F6FFEA712E4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7:52:36.745" v="320" actId="207"/>
        <pc:sldMkLst>
          <pc:docMk/>
          <pc:sldMk cId="4259699905" sldId="268"/>
        </pc:sldMkLst>
        <pc:spChg chg="add mod">
          <ac:chgData name="Stefano Arbitrio" userId="5a626edc-c049-45b6-9b10-1ae955e69b98" providerId="ADAL" clId="{375E85FB-C6BF-5FFB-9041-97862A9A96EF}" dt="2026-03-05T17:52:04.944" v="312" actId="208"/>
          <ac:spMkLst>
            <pc:docMk/>
            <pc:sldMk cId="4259699905" sldId="268"/>
            <ac:spMk id="6" creationId="{D1E35C6C-8604-5C1F-02B4-9F7C0C2B411C}"/>
          </ac:spMkLst>
        </pc:spChg>
        <pc:spChg chg="mod">
          <ac:chgData name="Stefano Arbitrio" userId="5a626edc-c049-45b6-9b10-1ae955e69b98" providerId="ADAL" clId="{375E85FB-C6BF-5FFB-9041-97862A9A96EF}" dt="2026-03-05T17:51:52.727" v="309" actId="20577"/>
          <ac:spMkLst>
            <pc:docMk/>
            <pc:sldMk cId="4259699905" sldId="268"/>
            <ac:spMk id="10" creationId="{446688E7-8279-0EDC-A509-41C4EB7AC994}"/>
          </ac:spMkLst>
        </pc:spChg>
        <pc:spChg chg="add mod">
          <ac:chgData name="Stefano Arbitrio" userId="5a626edc-c049-45b6-9b10-1ae955e69b98" providerId="ADAL" clId="{375E85FB-C6BF-5FFB-9041-97862A9A96EF}" dt="2026-03-05T17:52:20.261" v="315" actId="14100"/>
          <ac:spMkLst>
            <pc:docMk/>
            <pc:sldMk cId="4259699905" sldId="268"/>
            <ac:spMk id="11" creationId="{F656660A-7234-0201-0B1D-089302DD00E9}"/>
          </ac:spMkLst>
        </pc:spChg>
        <pc:spChg chg="add mod">
          <ac:chgData name="Stefano Arbitrio" userId="5a626edc-c049-45b6-9b10-1ae955e69b98" providerId="ADAL" clId="{375E85FB-C6BF-5FFB-9041-97862A9A96EF}" dt="2026-03-05T17:52:36.745" v="320" actId="207"/>
          <ac:spMkLst>
            <pc:docMk/>
            <pc:sldMk cId="4259699905" sldId="268"/>
            <ac:spMk id="12" creationId="{EB1A687C-F6F0-F08F-1D27-0B96291827FC}"/>
          </ac:spMkLst>
        </pc:spChg>
        <pc:picChg chg="add mod">
          <ac:chgData name="Stefano Arbitrio" userId="5a626edc-c049-45b6-9b10-1ae955e69b98" providerId="ADAL" clId="{375E85FB-C6BF-5FFB-9041-97862A9A96EF}" dt="2026-03-05T17:51:31.698" v="279" actId="167"/>
          <ac:picMkLst>
            <pc:docMk/>
            <pc:sldMk cId="4259699905" sldId="268"/>
            <ac:picMk id="4" creationId="{1B9AE524-9DA4-BD32-A8DC-BC3378CAC678}"/>
          </ac:picMkLst>
        </pc:picChg>
        <pc:cxnChg chg="mod">
          <ac:chgData name="Stefano Arbitrio" userId="5a626edc-c049-45b6-9b10-1ae955e69b98" providerId="ADAL" clId="{375E85FB-C6BF-5FFB-9041-97862A9A96EF}" dt="2026-03-05T17:52:02.456" v="311" actId="14100"/>
          <ac:cxnSpMkLst>
            <pc:docMk/>
            <pc:sldMk cId="4259699905" sldId="268"/>
            <ac:cxnSpMk id="8" creationId="{5951648E-236E-51C8-1EE8-0E757A994D91}"/>
          </ac:cxnSpMkLst>
        </pc:cxnChg>
      </pc:sldChg>
      <pc:sldChg chg="addSp delSp modSp mod">
        <pc:chgData name="Stefano Arbitrio" userId="5a626edc-c049-45b6-9b10-1ae955e69b98" providerId="ADAL" clId="{375E85FB-C6BF-5FFB-9041-97862A9A96EF}" dt="2026-03-05T18:14:41.288" v="1246" actId="1076"/>
        <pc:sldMkLst>
          <pc:docMk/>
          <pc:sldMk cId="2271428584" sldId="269"/>
        </pc:sldMkLst>
        <pc:spChg chg="add mod">
          <ac:chgData name="Stefano Arbitrio" userId="5a626edc-c049-45b6-9b10-1ae955e69b98" providerId="ADAL" clId="{375E85FB-C6BF-5FFB-9041-97862A9A96EF}" dt="2026-03-05T18:12:27.464" v="1221" actId="14100"/>
          <ac:spMkLst>
            <pc:docMk/>
            <pc:sldMk cId="2271428584" sldId="269"/>
            <ac:spMk id="2" creationId="{DAF307F0-2595-EBE9-5D54-F682F0C7A216}"/>
          </ac:spMkLst>
        </pc:spChg>
        <pc:spChg chg="add mod">
          <ac:chgData name="Stefano Arbitrio" userId="5a626edc-c049-45b6-9b10-1ae955e69b98" providerId="ADAL" clId="{375E85FB-C6BF-5FFB-9041-97862A9A96EF}" dt="2026-03-05T18:13:57.358" v="1233" actId="14100"/>
          <ac:spMkLst>
            <pc:docMk/>
            <pc:sldMk cId="2271428584" sldId="269"/>
            <ac:spMk id="6" creationId="{D1E203BE-4B16-7C16-6EDC-60F35822A2FA}"/>
          </ac:spMkLst>
        </pc:spChg>
        <pc:spChg chg="add mod">
          <ac:chgData name="Stefano Arbitrio" userId="5a626edc-c049-45b6-9b10-1ae955e69b98" providerId="ADAL" clId="{375E85FB-C6BF-5FFB-9041-97862A9A96EF}" dt="2026-03-05T18:14:41.288" v="1246" actId="1076"/>
          <ac:spMkLst>
            <pc:docMk/>
            <pc:sldMk cId="2271428584" sldId="269"/>
            <ac:spMk id="7" creationId="{9455CAC0-D292-FD9B-193C-DE3FD72AD482}"/>
          </ac:spMkLst>
        </pc:spChg>
        <pc:picChg chg="add mod">
          <ac:chgData name="Stefano Arbitrio" userId="5a626edc-c049-45b6-9b10-1ae955e69b98" providerId="ADAL" clId="{375E85FB-C6BF-5FFB-9041-97862A9A96EF}" dt="2026-03-05T18:13:32.670" v="1230" actId="1076"/>
          <ac:picMkLst>
            <pc:docMk/>
            <pc:sldMk cId="2271428584" sldId="269"/>
            <ac:picMk id="5" creationId="{1DAE158B-3042-1AD3-D629-C726E9409F0E}"/>
          </ac:picMkLst>
        </pc:picChg>
      </pc:sldChg>
      <pc:sldChg chg="delSp mod">
        <pc:chgData name="Stefano Arbitrio" userId="5a626edc-c049-45b6-9b10-1ae955e69b98" providerId="ADAL" clId="{375E85FB-C6BF-5FFB-9041-97862A9A96EF}" dt="2026-03-14T06:24:03.663" v="2240" actId="478"/>
        <pc:sldMkLst>
          <pc:docMk/>
          <pc:sldMk cId="1127639998" sldId="270"/>
        </pc:sldMkLst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6" creationId="{038EEED7-777C-6EF1-4E7F-9F14D405E556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18" creationId="{4878C9D1-E030-3E96-D1BE-00CF941FCEAF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20" creationId="{242779CE-A5E6-1905-E4A6-F6E56F9E90E7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22" creationId="{6868C1A1-8155-7044-2C22-42D410C35A5B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23" creationId="{448B1168-9301-C5B9-4BEC-E991A3E2510A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24" creationId="{D583C3B2-AF91-C969-875B-832B85F05566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25" creationId="{A91731B9-E08C-5E7C-C2CB-AD56FB2918AB}"/>
          </ac:spMkLst>
        </pc:spChg>
        <pc:spChg chg="del">
          <ac:chgData name="Stefano Arbitrio" userId="5a626edc-c049-45b6-9b10-1ae955e69b98" providerId="ADAL" clId="{375E85FB-C6BF-5FFB-9041-97862A9A96EF}" dt="2026-03-14T06:24:03.663" v="2240" actId="478"/>
          <ac:spMkLst>
            <pc:docMk/>
            <pc:sldMk cId="1127639998" sldId="270"/>
            <ac:spMk id="29" creationId="{37AF3D0F-6E5C-A76D-6331-3A54DC564104}"/>
          </ac:spMkLst>
        </pc:spChg>
        <pc:picChg chg="del">
          <ac:chgData name="Stefano Arbitrio" userId="5a626edc-c049-45b6-9b10-1ae955e69b98" providerId="ADAL" clId="{375E85FB-C6BF-5FFB-9041-97862A9A96EF}" dt="2026-03-14T06:24:03.663" v="2240" actId="478"/>
          <ac:picMkLst>
            <pc:docMk/>
            <pc:sldMk cId="1127639998" sldId="270"/>
            <ac:picMk id="5" creationId="{2C9DBC7A-0D61-739B-6EEE-56332A4414FE}"/>
          </ac:picMkLst>
        </pc:picChg>
        <pc:picChg chg="del">
          <ac:chgData name="Stefano Arbitrio" userId="5a626edc-c049-45b6-9b10-1ae955e69b98" providerId="ADAL" clId="{375E85FB-C6BF-5FFB-9041-97862A9A96EF}" dt="2026-03-14T06:24:03.663" v="2240" actId="478"/>
          <ac:picMkLst>
            <pc:docMk/>
            <pc:sldMk cId="1127639998" sldId="270"/>
            <ac:picMk id="7" creationId="{19122723-B21F-C690-8F28-A75937682526}"/>
          </ac:picMkLst>
        </pc:picChg>
      </pc:sldChg>
      <pc:sldChg chg="del">
        <pc:chgData name="Stefano Arbitrio" userId="5a626edc-c049-45b6-9b10-1ae955e69b98" providerId="ADAL" clId="{375E85FB-C6BF-5FFB-9041-97862A9A96EF}" dt="2026-03-14T06:24:17.603" v="2241" actId="2696"/>
        <pc:sldMkLst>
          <pc:docMk/>
          <pc:sldMk cId="4189119439" sldId="271"/>
        </pc:sldMkLst>
      </pc:sldChg>
      <pc:sldChg chg="add del">
        <pc:chgData name="Stefano Arbitrio" userId="5a626edc-c049-45b6-9b10-1ae955e69b98" providerId="ADAL" clId="{375E85FB-C6BF-5FFB-9041-97862A9A96EF}" dt="2026-03-14T06:19:06.024" v="2142" actId="2696"/>
        <pc:sldMkLst>
          <pc:docMk/>
          <pc:sldMk cId="2003899992" sldId="275"/>
        </pc:sldMkLst>
      </pc:sldChg>
      <pc:sldChg chg="addSp delSp modSp add mod">
        <pc:chgData name="Stefano Arbitrio" userId="5a626edc-c049-45b6-9b10-1ae955e69b98" providerId="ADAL" clId="{375E85FB-C6BF-5FFB-9041-97862A9A96EF}" dt="2026-03-05T18:03:49.484" v="724" actId="1076"/>
        <pc:sldMkLst>
          <pc:docMk/>
          <pc:sldMk cId="1594612575" sldId="276"/>
        </pc:sldMkLst>
        <pc:spChg chg="add mod">
          <ac:chgData name="Stefano Arbitrio" userId="5a626edc-c049-45b6-9b10-1ae955e69b98" providerId="ADAL" clId="{375E85FB-C6BF-5FFB-9041-97862A9A96EF}" dt="2026-03-05T18:02:18.043" v="537" actId="14100"/>
          <ac:spMkLst>
            <pc:docMk/>
            <pc:sldMk cId="1594612575" sldId="276"/>
            <ac:spMk id="7" creationId="{D80A4845-0D45-1CAA-1928-B3154D74E9D3}"/>
          </ac:spMkLst>
        </pc:spChg>
        <pc:spChg chg="add mod">
          <ac:chgData name="Stefano Arbitrio" userId="5a626edc-c049-45b6-9b10-1ae955e69b98" providerId="ADAL" clId="{375E85FB-C6BF-5FFB-9041-97862A9A96EF}" dt="2026-03-05T18:03:26.308" v="709" actId="14100"/>
          <ac:spMkLst>
            <pc:docMk/>
            <pc:sldMk cId="1594612575" sldId="276"/>
            <ac:spMk id="19" creationId="{879F799F-C26B-6F63-B859-F11193853B83}"/>
          </ac:spMkLst>
        </pc:spChg>
        <pc:spChg chg="mod">
          <ac:chgData name="Stefano Arbitrio" userId="5a626edc-c049-45b6-9b10-1ae955e69b98" providerId="ADAL" clId="{375E85FB-C6BF-5FFB-9041-97862A9A96EF}" dt="2026-03-05T18:02:03.686" v="530" actId="14100"/>
          <ac:spMkLst>
            <pc:docMk/>
            <pc:sldMk cId="1594612575" sldId="276"/>
            <ac:spMk id="22" creationId="{7EE1A34F-D223-31A4-7F9B-6B76C63849E3}"/>
          </ac:spMkLst>
        </pc:spChg>
        <pc:spChg chg="mod">
          <ac:chgData name="Stefano Arbitrio" userId="5a626edc-c049-45b6-9b10-1ae955e69b98" providerId="ADAL" clId="{375E85FB-C6BF-5FFB-9041-97862A9A96EF}" dt="2026-03-05T18:03:15.223" v="705" actId="1076"/>
          <ac:spMkLst>
            <pc:docMk/>
            <pc:sldMk cId="1594612575" sldId="276"/>
            <ac:spMk id="23" creationId="{19120BD9-0488-4220-9475-23B7E85B0527}"/>
          </ac:spMkLst>
        </pc:spChg>
        <pc:spChg chg="add mod">
          <ac:chgData name="Stefano Arbitrio" userId="5a626edc-c049-45b6-9b10-1ae955e69b98" providerId="ADAL" clId="{375E85FB-C6BF-5FFB-9041-97862A9A96EF}" dt="2026-03-05T18:03:40.907" v="715" actId="14100"/>
          <ac:spMkLst>
            <pc:docMk/>
            <pc:sldMk cId="1594612575" sldId="276"/>
            <ac:spMk id="26" creationId="{56845D13-B248-5026-2DE1-260DEBDE9DEF}"/>
          </ac:spMkLst>
        </pc:spChg>
        <pc:spChg chg="add mod">
          <ac:chgData name="Stefano Arbitrio" userId="5a626edc-c049-45b6-9b10-1ae955e69b98" providerId="ADAL" clId="{375E85FB-C6BF-5FFB-9041-97862A9A96EF}" dt="2026-03-05T18:03:49.484" v="724" actId="1076"/>
          <ac:spMkLst>
            <pc:docMk/>
            <pc:sldMk cId="1594612575" sldId="276"/>
            <ac:spMk id="27" creationId="{22D41C06-24E0-12E9-D539-606BAE0400DC}"/>
          </ac:spMkLst>
        </pc:spChg>
        <pc:picChg chg="add mod">
          <ac:chgData name="Stefano Arbitrio" userId="5a626edc-c049-45b6-9b10-1ae955e69b98" providerId="ADAL" clId="{375E85FB-C6BF-5FFB-9041-97862A9A96EF}" dt="2026-03-05T18:02:09.312" v="533" actId="1076"/>
          <ac:picMkLst>
            <pc:docMk/>
            <pc:sldMk cId="1594612575" sldId="276"/>
            <ac:picMk id="5" creationId="{E1A298E2-2E57-A191-996D-CBE23A8C5FC5}"/>
          </ac:picMkLst>
        </pc:picChg>
        <pc:picChg chg="add del">
          <ac:chgData name="Stefano Arbitrio" userId="5a626edc-c049-45b6-9b10-1ae955e69b98" providerId="ADAL" clId="{375E85FB-C6BF-5FFB-9041-97862A9A96EF}" dt="2026-03-05T18:01:18.637" v="514" actId="478"/>
          <ac:picMkLst>
            <pc:docMk/>
            <pc:sldMk cId="1594612575" sldId="276"/>
            <ac:picMk id="18" creationId="{DA3E6224-5495-26F2-5ACE-CF99F46C7655}"/>
          </ac:picMkLst>
        </pc:picChg>
        <pc:cxnChg chg="add mod">
          <ac:chgData name="Stefano Arbitrio" userId="5a626edc-c049-45b6-9b10-1ae955e69b98" providerId="ADAL" clId="{375E85FB-C6BF-5FFB-9041-97862A9A96EF}" dt="2026-03-05T18:03:13.093" v="704" actId="14100"/>
          <ac:cxnSpMkLst>
            <pc:docMk/>
            <pc:sldMk cId="1594612575" sldId="276"/>
            <ac:cxnSpMk id="9" creationId="{FB835E0C-0418-640C-5A57-0CB7DCBBD0D5}"/>
          </ac:cxnSpMkLst>
        </pc:cxnChg>
        <pc:cxnChg chg="add mod">
          <ac:chgData name="Stefano Arbitrio" userId="5a626edc-c049-45b6-9b10-1ae955e69b98" providerId="ADAL" clId="{375E85FB-C6BF-5FFB-9041-97862A9A96EF}" dt="2026-03-05T18:03:32.217" v="712" actId="14100"/>
          <ac:cxnSpMkLst>
            <pc:docMk/>
            <pc:sldMk cId="1594612575" sldId="276"/>
            <ac:cxnSpMk id="21" creationId="{6261A31A-A3DC-22C2-426D-D0899018E4D7}"/>
          </ac:cxnSpMkLst>
        </pc:cxnChg>
      </pc:sldChg>
      <pc:sldChg chg="delSp modSp add mod ord">
        <pc:chgData name="Stefano Arbitrio" userId="5a626edc-c049-45b6-9b10-1ae955e69b98" providerId="ADAL" clId="{375E85FB-C6BF-5FFB-9041-97862A9A96EF}" dt="2026-03-05T18:22:20.194" v="2138" actId="20577"/>
        <pc:sldMkLst>
          <pc:docMk/>
          <pc:sldMk cId="1873955700" sldId="277"/>
        </pc:sldMkLst>
        <pc:spChg chg="mod">
          <ac:chgData name="Stefano Arbitrio" userId="5a626edc-c049-45b6-9b10-1ae955e69b98" providerId="ADAL" clId="{375E85FB-C6BF-5FFB-9041-97862A9A96EF}" dt="2026-03-05T18:22:20.194" v="2138" actId="20577"/>
          <ac:spMkLst>
            <pc:docMk/>
            <pc:sldMk cId="1873955700" sldId="277"/>
            <ac:spMk id="4" creationId="{12FCBA1E-4AFF-5F26-E334-8FA7D83E5BCE}"/>
          </ac:spMkLst>
        </pc:spChg>
      </pc:sldChg>
      <pc:sldChg chg="addSp modSp mod">
        <pc:chgData name="Stefano Arbitrio" userId="5a626edc-c049-45b6-9b10-1ae955e69b98" providerId="ADAL" clId="{375E85FB-C6BF-5FFB-9041-97862A9A96EF}" dt="2026-03-14T06:21:34.772" v="2239" actId="14100"/>
        <pc:sldMkLst>
          <pc:docMk/>
          <pc:sldMk cId="1966657182" sldId="278"/>
        </pc:sldMkLst>
        <pc:spChg chg="add mod">
          <ac:chgData name="Stefano Arbitrio" userId="5a626edc-c049-45b6-9b10-1ae955e69b98" providerId="ADAL" clId="{375E85FB-C6BF-5FFB-9041-97862A9A96EF}" dt="2026-03-14T06:20:16.541" v="2162" actId="20577"/>
          <ac:spMkLst>
            <pc:docMk/>
            <pc:sldMk cId="1966657182" sldId="278"/>
            <ac:spMk id="4" creationId="{C7434176-5156-9F13-7D14-0898DF935C40}"/>
          </ac:spMkLst>
        </pc:spChg>
        <pc:spChg chg="add mod">
          <ac:chgData name="Stefano Arbitrio" userId="5a626edc-c049-45b6-9b10-1ae955e69b98" providerId="ADAL" clId="{375E85FB-C6BF-5FFB-9041-97862A9A96EF}" dt="2026-03-14T06:20:25.560" v="2175" actId="20577"/>
          <ac:spMkLst>
            <pc:docMk/>
            <pc:sldMk cId="1966657182" sldId="278"/>
            <ac:spMk id="7" creationId="{581EFD4B-44A9-456D-0201-28F5D87C6019}"/>
          </ac:spMkLst>
        </pc:spChg>
        <pc:spChg chg="add mod">
          <ac:chgData name="Stefano Arbitrio" userId="5a626edc-c049-45b6-9b10-1ae955e69b98" providerId="ADAL" clId="{375E85FB-C6BF-5FFB-9041-97862A9A96EF}" dt="2026-03-14T06:20:48.226" v="2183" actId="14100"/>
          <ac:spMkLst>
            <pc:docMk/>
            <pc:sldMk cId="1966657182" sldId="278"/>
            <ac:spMk id="12" creationId="{738BFFA2-7B5B-4537-6C1F-24F223F824DB}"/>
          </ac:spMkLst>
        </pc:spChg>
        <pc:spChg chg="add mod">
          <ac:chgData name="Stefano Arbitrio" userId="5a626edc-c049-45b6-9b10-1ae955e69b98" providerId="ADAL" clId="{375E85FB-C6BF-5FFB-9041-97862A9A96EF}" dt="2026-03-14T06:21:08.675" v="2235" actId="20577"/>
          <ac:spMkLst>
            <pc:docMk/>
            <pc:sldMk cId="1966657182" sldId="278"/>
            <ac:spMk id="14" creationId="{254040E2-6009-5993-ABF4-414E7E2A9757}"/>
          </ac:spMkLst>
        </pc:spChg>
        <pc:picChg chg="add mod">
          <ac:chgData name="Stefano Arbitrio" userId="5a626edc-c049-45b6-9b10-1ae955e69b98" providerId="ADAL" clId="{375E85FB-C6BF-5FFB-9041-97862A9A96EF}" dt="2026-03-14T06:20:07.490" v="2148" actId="1076"/>
          <ac:picMkLst>
            <pc:docMk/>
            <pc:sldMk cId="1966657182" sldId="278"/>
            <ac:picMk id="3" creationId="{0505F381-4513-A64F-229F-638C1CA44426}"/>
          </ac:picMkLst>
        </pc:picChg>
        <pc:picChg chg="mod">
          <ac:chgData name="Stefano Arbitrio" userId="5a626edc-c049-45b6-9b10-1ae955e69b98" providerId="ADAL" clId="{375E85FB-C6BF-5FFB-9041-97862A9A96EF}" dt="2026-03-14T06:20:40.581" v="2181" actId="1076"/>
          <ac:picMkLst>
            <pc:docMk/>
            <pc:sldMk cId="1966657182" sldId="278"/>
            <ac:picMk id="5" creationId="{3F33BAC5-18E3-D964-98D8-E24532A3D6FE}"/>
          </ac:picMkLst>
        </pc:picChg>
        <pc:cxnChg chg="add mod">
          <ac:chgData name="Stefano Arbitrio" userId="5a626edc-c049-45b6-9b10-1ae955e69b98" providerId="ADAL" clId="{375E85FB-C6BF-5FFB-9041-97862A9A96EF}" dt="2026-03-14T06:20:51.187" v="2184" actId="14100"/>
          <ac:cxnSpMkLst>
            <pc:docMk/>
            <pc:sldMk cId="1966657182" sldId="278"/>
            <ac:cxnSpMk id="8" creationId="{1634533F-2176-57EA-B647-421F7114012D}"/>
          </ac:cxnSpMkLst>
        </pc:cxnChg>
        <pc:cxnChg chg="add">
          <ac:chgData name="Stefano Arbitrio" userId="5a626edc-c049-45b6-9b10-1ae955e69b98" providerId="ADAL" clId="{375E85FB-C6BF-5FFB-9041-97862A9A96EF}" dt="2026-03-14T06:21:27.396" v="2236" actId="11529"/>
          <ac:cxnSpMkLst>
            <pc:docMk/>
            <pc:sldMk cId="1966657182" sldId="278"/>
            <ac:cxnSpMk id="16" creationId="{C15D2718-9683-3245-4165-9A8C736E1001}"/>
          </ac:cxnSpMkLst>
        </pc:cxnChg>
        <pc:cxnChg chg="add mod">
          <ac:chgData name="Stefano Arbitrio" userId="5a626edc-c049-45b6-9b10-1ae955e69b98" providerId="ADAL" clId="{375E85FB-C6BF-5FFB-9041-97862A9A96EF}" dt="2026-03-14T06:21:34.772" v="2239" actId="14100"/>
          <ac:cxnSpMkLst>
            <pc:docMk/>
            <pc:sldMk cId="1966657182" sldId="278"/>
            <ac:cxnSpMk id="17" creationId="{F1470284-8AAF-C5CC-98E0-45043DBFBF43}"/>
          </ac:cxnSpMkLst>
        </pc:cxnChg>
      </pc:sldChg>
    </pc:docChg>
  </pc:docChgLst>
  <pc:docChgLst>
    <pc:chgData name="Guest User" userId="S::urn:spo:tenantanon#d89ed76a-5d27-4897-be97-d86dd6ff2e03::" providerId="AD" clId="Web-{1268EF96-E702-3A64-0168-714E9DB66EBF}"/>
    <pc:docChg chg="modSld">
      <pc:chgData name="Guest User" userId="S::urn:spo:tenantanon#d89ed76a-5d27-4897-be97-d86dd6ff2e03::" providerId="AD" clId="Web-{1268EF96-E702-3A64-0168-714E9DB66EBF}" dt="2026-03-05T16:46:33.213" v="6" actId="20577"/>
      <pc:docMkLst>
        <pc:docMk/>
      </pc:docMkLst>
    </pc:docChg>
  </pc:docChgLst>
  <pc:docChgLst>
    <pc:chgData name="Guest User" userId="S::urn:spo:tenantanon#d89ed76a-5d27-4897-be97-d86dd6ff2e03::" providerId="AD" clId="Web-{E34EEF3C-3CC6-7F2B-083B-407BDB42AEA9}"/>
    <pc:docChg chg="modSld">
      <pc:chgData name="Guest User" userId="S::urn:spo:tenantanon#d89ed76a-5d27-4897-be97-d86dd6ff2e03::" providerId="AD" clId="Web-{E34EEF3C-3CC6-7F2B-083B-407BDB42AEA9}" dt="2026-03-15T01:07:05.080" v="0" actId="1076"/>
      <pc:docMkLst>
        <pc:docMk/>
      </pc:docMkLst>
      <pc:sldChg chg="modSp">
        <pc:chgData name="Guest User" userId="S::urn:spo:tenantanon#d89ed76a-5d27-4897-be97-d86dd6ff2e03::" providerId="AD" clId="Web-{E34EEF3C-3CC6-7F2B-083B-407BDB42AEA9}" dt="2026-03-15T01:07:05.080" v="0" actId="1076"/>
        <pc:sldMkLst>
          <pc:docMk/>
          <pc:sldMk cId="1501023614" sldId="273"/>
        </pc:sldMkLst>
        <pc:spChg chg="mod">
          <ac:chgData name="Guest User" userId="S::urn:spo:tenantanon#d89ed76a-5d27-4897-be97-d86dd6ff2e03::" providerId="AD" clId="Web-{E34EEF3C-3CC6-7F2B-083B-407BDB42AEA9}" dt="2026-03-15T01:07:05.080" v="0" actId="1076"/>
          <ac:spMkLst>
            <pc:docMk/>
            <pc:sldMk cId="1501023614" sldId="273"/>
            <ac:spMk id="5" creationId="{E77C03B4-520D-5DA7-30F7-45323B75EAF5}"/>
          </ac:spMkLst>
        </pc:spChg>
      </pc:sldChg>
    </pc:docChg>
  </pc:docChgLst>
  <pc:docChgLst>
    <pc:chgData name="Guest User" userId="S::urn:spo:tenantanon#d89ed76a-5d27-4897-be97-d86dd6ff2e03::" providerId="AD" clId="Web-{4E806790-5FAE-FF9F-45F5-E61AC8F89342}"/>
    <pc:docChg chg="modSld">
      <pc:chgData name="Guest User" userId="S::urn:spo:tenantanon#d89ed76a-5d27-4897-be97-d86dd6ff2e03::" providerId="AD" clId="Web-{4E806790-5FAE-FF9F-45F5-E61AC8F89342}" dt="2026-03-11T00:41:31.805" v="0" actId="1076"/>
      <pc:docMkLst>
        <pc:docMk/>
      </pc:docMkLst>
      <pc:sldChg chg="modSp">
        <pc:chgData name="Guest User" userId="S::urn:spo:tenantanon#d89ed76a-5d27-4897-be97-d86dd6ff2e03::" providerId="AD" clId="Web-{4E806790-5FAE-FF9F-45F5-E61AC8F89342}" dt="2026-03-11T00:41:31.805" v="0" actId="1076"/>
        <pc:sldMkLst>
          <pc:docMk/>
          <pc:sldMk cId="1873955700" sldId="277"/>
        </pc:sldMkLst>
        <pc:spChg chg="mod">
          <ac:chgData name="Guest User" userId="S::urn:spo:tenantanon#d89ed76a-5d27-4897-be97-d86dd6ff2e03::" providerId="AD" clId="Web-{4E806790-5FAE-FF9F-45F5-E61AC8F89342}" dt="2026-03-11T00:41:31.805" v="0" actId="1076"/>
          <ac:spMkLst>
            <pc:docMk/>
            <pc:sldMk cId="1873955700" sldId="277"/>
            <ac:spMk id="4" creationId="{12FCBA1E-4AFF-5F26-E334-8FA7D83E5B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93659-3515-A069-E526-E47508FAF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DABE2FB-44E4-05D3-D9EA-DE8D17E2B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B81AFA-7A75-8480-E1AE-5DC81AA0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391C88-E9B5-441B-32BD-43205CDC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256853-79BD-8CA3-F0EC-937579CA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661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AD848D-2757-0B65-5E2A-BCAD1B5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84A4E8-AC87-E172-3651-AA0BB4FF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7C5183-037C-EA22-6B34-11641A22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682906-6C56-1D5C-E6E7-CAC09E12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90FE56-1125-47C5-20BC-600A78FD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69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AF17CE-E0D8-F2E8-563D-A3175CB7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87E43B-0AEF-71A6-0A1C-C7B6E210A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DC3838-4068-3CF1-2568-C1AB5629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C32DF7-53B2-65CC-78C3-DC05EA57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080A73-A77B-2ACA-FDD6-DE26486A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66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4CFD9-8312-1BC6-D8F5-2BFAFEA6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E69876-53C7-66BA-D8FA-F47A7FCEA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3307D8-985F-FBED-3E2E-AF47B56CD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FAA33E0-6BC7-4C1F-80A2-BA4736F1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ABFF6D4-1203-A4E1-F652-BA7D4EB6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213E85A-A20A-A2A6-1F8A-7A7D0829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272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D9370A-3658-20D3-24DE-BB2522459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83DF5B-B4DA-BA24-98F3-DA4BC573C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152FE77-0E07-8361-17F6-6E5BFDAD3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254920-20BD-A4FD-4065-5E8A4E878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D421F05-F0F4-B360-5BF3-9D9C7A8FE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62919EF-64A9-953A-AA22-54055242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AA1DE20-01D2-2B5C-BE4A-6538ACDF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A2668FD-16FC-CAD7-DDC7-DC93C26B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320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484801-1439-1197-48D3-7128D056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E2D7AA0-03BF-5827-DC99-83FDED7C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663616-47FF-1ECB-3AF4-DDCAFD27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3FF14B5-0B65-35E6-BF00-9867FEE5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61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820AF5B-3182-DF16-B10B-B56E16D8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E2610A-B05C-FC99-050F-71798160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20D165-F338-638C-2832-DBFD57F3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99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F8B0CA-74E9-644A-2A9D-A91C240D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C732A2-77C4-4CCA-500E-86C826DD6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794507B-4D7E-56C2-FF3E-7A422A869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0A2CAF8-7999-F8C1-7E7E-4A336CE8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93C5B4-4352-70ED-53B8-CED7349A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139DAA-A931-78C4-94DB-0381D653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99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F4B67C-E54A-DA11-41F2-50DCF248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F7C8D5A-5BF9-61A5-1798-86B910C70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1A4C8F0-CA3E-DDED-7EB3-19F183E02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2E5F488-4BAB-4C08-43BE-0C0DAAE8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D1C1845-54C8-8000-3E4A-C8415866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A303C9-B095-B1BB-F439-A8F268EF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676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E3C3A1-D4DE-60A7-8617-4CDE8D23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4AED8B5-444A-36E2-6FF8-15D377F37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0DACA0-F359-AE4D-08A6-4589E48C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7F542C-F75F-F75C-867A-03ABD623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6A8E3B-4380-FA31-1C58-58CF4DC9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344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B43558F-E349-D033-F784-D9F7C3761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94B9971-DC72-FA04-4C69-F9F46489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EDF9FB-4517-869F-B998-D77432B7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E6DBE3-C808-0A52-9490-5CFBA5EB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5AC16E-3E88-5274-0CA6-E0C184AF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479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E026FE5-DE46-C399-B8C8-38F035BA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C8F4D7C-4C37-6586-2B9A-58F0C3D6D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206636-3D5F-3440-AB7C-FE5E0C75C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588B1-369B-2945-BCDA-4CCB3E1D27F4}" type="datetimeFigureOut">
              <a:rPr lang="it-IT" smtClean="0"/>
              <a:t>18/03/26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69959E-A60C-F70C-371E-B07ED8DCE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B1AD63-0B59-141A-A07E-2EDE78EB0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D0F70-0AA5-714D-A6D4-8212235EF2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62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3905-12FB-EB5B-12DF-6ECCC5CF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software, schermata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90864F7-A00C-C8B8-4B0B-CE0D4590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56" y="0"/>
            <a:ext cx="6965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5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39AF740-C938-0551-289C-2B659C55A2CD}"/>
              </a:ext>
            </a:extLst>
          </p:cNvPr>
          <p:cNvSpPr txBox="1"/>
          <p:nvPr/>
        </p:nvSpPr>
        <p:spPr>
          <a:xfrm>
            <a:off x="1241155" y="937648"/>
            <a:ext cx="97096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Beyond the visual </a:t>
            </a:r>
            <a:r>
              <a:rPr lang="it-IT" err="1"/>
              <a:t>aspect</a:t>
            </a:r>
            <a:r>
              <a:rPr lang="it-IT"/>
              <a:t>, </a:t>
            </a:r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fundamentally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the super admin must be </a:t>
            </a:r>
            <a:r>
              <a:rPr lang="it-IT" err="1"/>
              <a:t>able</a:t>
            </a:r>
            <a:r>
              <a:rPr lang="it-IT"/>
              <a:t> to </a:t>
            </a:r>
            <a:r>
              <a:rPr lang="it-IT" err="1"/>
              <a:t>modify</a:t>
            </a:r>
            <a:r>
              <a:rPr lang="it-IT"/>
              <a:t> the fields </a:t>
            </a:r>
            <a:r>
              <a:rPr lang="it-IT" err="1"/>
              <a:t>within</a:t>
            </a:r>
            <a:r>
              <a:rPr lang="it-IT"/>
              <a:t> the </a:t>
            </a:r>
            <a:r>
              <a:rPr lang="it-IT" err="1"/>
              <a:t>registration</a:t>
            </a:r>
            <a:r>
              <a:rPr lang="it-IT"/>
              <a:t> </a:t>
            </a:r>
            <a:r>
              <a:rPr lang="it-IT" err="1"/>
              <a:t>sections</a:t>
            </a:r>
            <a:r>
              <a:rPr lang="it-IT"/>
              <a:t> and/or </a:t>
            </a:r>
            <a:r>
              <a:rPr lang="it-IT" err="1"/>
              <a:t>add</a:t>
            </a:r>
            <a:r>
              <a:rPr lang="it-IT"/>
              <a:t> new stages with </a:t>
            </a:r>
            <a:r>
              <a:rPr lang="it-IT" err="1"/>
              <a:t>additional</a:t>
            </a:r>
            <a:r>
              <a:rPr lang="it-IT"/>
              <a:t> </a:t>
            </a:r>
            <a:r>
              <a:rPr lang="it-IT" err="1"/>
              <a:t>sections</a:t>
            </a:r>
            <a:r>
              <a:rPr lang="it-IT"/>
              <a:t>.</a:t>
            </a:r>
          </a:p>
          <a:p>
            <a:r>
              <a:rPr lang="it-IT" err="1"/>
              <a:t>Another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note: in the </a:t>
            </a:r>
            <a:r>
              <a:rPr lang="it-IT" b="1"/>
              <a:t>Turnover &amp; Clients</a:t>
            </a:r>
            <a:r>
              <a:rPr lang="it-IT"/>
              <a:t> </a:t>
            </a:r>
            <a:r>
              <a:rPr lang="it-IT" err="1"/>
              <a:t>section</a:t>
            </a:r>
            <a:r>
              <a:rPr lang="it-IT"/>
              <a:t>, the </a:t>
            </a:r>
            <a:r>
              <a:rPr lang="it-IT" err="1"/>
              <a:t>years</a:t>
            </a:r>
            <a:r>
              <a:rPr lang="it-IT"/>
              <a:t> must update </a:t>
            </a:r>
            <a:r>
              <a:rPr lang="it-IT" err="1"/>
              <a:t>automatically</a:t>
            </a:r>
            <a:r>
              <a:rPr lang="it-IT"/>
              <a:t>.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require</a:t>
            </a:r>
            <a:r>
              <a:rPr lang="it-IT"/>
              <a:t> a </a:t>
            </a:r>
            <a:r>
              <a:rPr lang="it-IT" err="1"/>
              <a:t>five-year</a:t>
            </a:r>
            <a:r>
              <a:rPr lang="it-IT"/>
              <a:t> </a:t>
            </a:r>
            <a:r>
              <a:rPr lang="it-IT" err="1"/>
              <a:t>historical</a:t>
            </a:r>
            <a:r>
              <a:rPr lang="it-IT"/>
              <a:t> </a:t>
            </a:r>
            <a:r>
              <a:rPr lang="it-IT" err="1"/>
              <a:t>view</a:t>
            </a:r>
            <a:r>
              <a:rPr lang="it-IT"/>
              <a:t>; </a:t>
            </a:r>
            <a:r>
              <a:rPr lang="it-IT" err="1"/>
              <a:t>therefore</a:t>
            </a:r>
            <a:r>
              <a:rPr lang="it-IT"/>
              <a:t>, in 2026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would</a:t>
            </a:r>
            <a:r>
              <a:rPr lang="it-IT"/>
              <a:t> </a:t>
            </a:r>
            <a:r>
              <a:rPr lang="it-IT" err="1"/>
              <a:t>request</a:t>
            </a:r>
            <a:r>
              <a:rPr lang="it-IT"/>
              <a:t> 2025, 2024, 2023, 2022, 2021. In 2027,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would</a:t>
            </a:r>
            <a:r>
              <a:rPr lang="it-IT"/>
              <a:t> </a:t>
            </a:r>
            <a:r>
              <a:rPr lang="it-IT" err="1"/>
              <a:t>request</a:t>
            </a:r>
            <a:r>
              <a:rPr lang="it-IT"/>
              <a:t> 2026, 2025, 2024, 2023, 2022, and so on. </a:t>
            </a:r>
            <a:r>
              <a:rPr lang="it-IT" err="1"/>
              <a:t>This</a:t>
            </a:r>
            <a:r>
              <a:rPr lang="it-IT"/>
              <a:t> must update </a:t>
            </a:r>
            <a:r>
              <a:rPr lang="it-IT" err="1"/>
              <a:t>automatically</a:t>
            </a:r>
            <a:r>
              <a:rPr lang="it-IT"/>
              <a:t>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77C03B4-520D-5DA7-30F7-45323B75EAF5}"/>
              </a:ext>
            </a:extLst>
          </p:cNvPr>
          <p:cNvSpPr txBox="1"/>
          <p:nvPr/>
        </p:nvSpPr>
        <p:spPr>
          <a:xfrm>
            <a:off x="1342008" y="3433217"/>
            <a:ext cx="9709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Additional</a:t>
            </a:r>
            <a:r>
              <a:rPr lang="it-IT"/>
              <a:t> </a:t>
            </a:r>
            <a:r>
              <a:rPr lang="it-IT" err="1"/>
              <a:t>relevant</a:t>
            </a:r>
            <a:r>
              <a:rPr lang="it-IT"/>
              <a:t> technical </a:t>
            </a:r>
            <a:r>
              <a:rPr lang="it-IT" err="1"/>
              <a:t>aspects</a:t>
            </a:r>
            <a:r>
              <a:rPr lang="it-IT"/>
              <a:t>:</a:t>
            </a:r>
          </a:p>
          <a:p>
            <a:r>
              <a:rPr lang="it-IT" err="1"/>
              <a:t>When</a:t>
            </a:r>
            <a:r>
              <a:rPr lang="it-IT"/>
              <a:t> a user </a:t>
            </a:r>
            <a:r>
              <a:rPr lang="it-IT" err="1"/>
              <a:t>completes</a:t>
            </a:r>
            <a:r>
              <a:rPr lang="it-IT"/>
              <a:t> the </a:t>
            </a:r>
            <a:r>
              <a:rPr lang="it-IT" err="1"/>
              <a:t>registration</a:t>
            </a:r>
            <a:r>
              <a:rPr lang="it-IT"/>
              <a:t> </a:t>
            </a:r>
            <a:r>
              <a:rPr lang="it-IT" err="1"/>
              <a:t>process</a:t>
            </a:r>
            <a:r>
              <a:rPr lang="it-IT"/>
              <a:t>, the </a:t>
            </a:r>
            <a:r>
              <a:rPr lang="it-IT" err="1"/>
              <a:t>profile</a:t>
            </a:r>
            <a:r>
              <a:rPr lang="it-IT"/>
              <a:t> must </a:t>
            </a:r>
            <a:r>
              <a:rPr lang="it-IT" err="1"/>
              <a:t>undergo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review </a:t>
            </a:r>
            <a:r>
              <a:rPr lang="it-IT" err="1"/>
              <a:t>before</a:t>
            </a:r>
            <a:r>
              <a:rPr lang="it-IT"/>
              <a:t> </a:t>
            </a:r>
            <a:r>
              <a:rPr lang="it-IT" err="1"/>
              <a:t>being</a:t>
            </a:r>
            <a:r>
              <a:rPr lang="it-IT"/>
              <a:t> </a:t>
            </a:r>
            <a:r>
              <a:rPr lang="it-IT" err="1"/>
              <a:t>published</a:t>
            </a:r>
            <a:r>
              <a:rPr lang="it-IT"/>
              <a:t>. </a:t>
            </a:r>
            <a:r>
              <a:rPr lang="it-IT" err="1"/>
              <a:t>Final</a:t>
            </a:r>
            <a:r>
              <a:rPr lang="it-IT"/>
              <a:t> </a:t>
            </a:r>
            <a:r>
              <a:rPr lang="it-IT" err="1"/>
              <a:t>approval</a:t>
            </a:r>
            <a:r>
              <a:rPr lang="it-IT"/>
              <a:t> and </a:t>
            </a:r>
            <a:r>
              <a:rPr lang="it-IT" err="1"/>
              <a:t>publication</a:t>
            </a:r>
            <a:r>
              <a:rPr lang="it-IT"/>
              <a:t> must be </a:t>
            </a:r>
            <a:r>
              <a:rPr lang="it-IT" err="1"/>
              <a:t>granted</a:t>
            </a:r>
            <a:r>
              <a:rPr lang="it-IT"/>
              <a:t> by </a:t>
            </a:r>
            <a:r>
              <a:rPr lang="it-IT" err="1"/>
              <a:t>us</a:t>
            </a:r>
            <a:r>
              <a:rPr lang="it-IT"/>
              <a:t>.</a:t>
            </a:r>
          </a:p>
          <a:p>
            <a:r>
              <a:rPr lang="it-IT"/>
              <a:t>Users must </a:t>
            </a:r>
            <a:r>
              <a:rPr lang="it-IT" err="1"/>
              <a:t>not</a:t>
            </a:r>
            <a:r>
              <a:rPr lang="it-IT"/>
              <a:t> be </a:t>
            </a:r>
            <a:r>
              <a:rPr lang="it-IT" err="1"/>
              <a:t>allowed</a:t>
            </a:r>
            <a:r>
              <a:rPr lang="it-IT"/>
              <a:t> to </a:t>
            </a:r>
            <a:r>
              <a:rPr lang="it-IT" err="1"/>
              <a:t>register</a:t>
            </a:r>
            <a:r>
              <a:rPr lang="it-IT"/>
              <a:t> with personal email </a:t>
            </a:r>
            <a:r>
              <a:rPr lang="it-IT" err="1"/>
              <a:t>addresses</a:t>
            </a:r>
            <a:r>
              <a:rPr lang="it-IT"/>
              <a:t>. A </a:t>
            </a:r>
            <a:r>
              <a:rPr lang="it-IT" err="1"/>
              <a:t>restriction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</a:t>
            </a:r>
            <a:r>
              <a:rPr lang="it-IT" err="1"/>
              <a:t>implemented</a:t>
            </a:r>
            <a:r>
              <a:rPr lang="it-IT"/>
              <a:t> to </a:t>
            </a:r>
            <a:r>
              <a:rPr lang="it-IT" err="1"/>
              <a:t>accept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corporate domains.</a:t>
            </a:r>
          </a:p>
        </p:txBody>
      </p:sp>
    </p:spTree>
    <p:extLst>
      <p:ext uri="{BB962C8B-B14F-4D97-AF65-F5344CB8AC3E}">
        <p14:creationId xmlns:p14="http://schemas.microsoft.com/office/powerpoint/2010/main" val="150102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FFA3-9954-75B8-A56B-3798A040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chermata, testo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212B2E51-C2BB-2CF5-B23D-66C64ABD7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39036"/>
            <a:ext cx="7772400" cy="593029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8C3323F-208A-1939-9717-F7592489F90A}"/>
              </a:ext>
            </a:extLst>
          </p:cNvPr>
          <p:cNvSpPr txBox="1"/>
          <p:nvPr/>
        </p:nvSpPr>
        <p:spPr>
          <a:xfrm>
            <a:off x="860387" y="25227"/>
            <a:ext cx="103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PLEASE STANDARDISE THE SAME LAYOUT FOR BOTH REGISTRATION FORMS USING THE AGENCY ONE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2FDD680-2233-3A5F-19EF-FE882168580A}"/>
              </a:ext>
            </a:extLst>
          </p:cNvPr>
          <p:cNvSpPr/>
          <p:nvPr/>
        </p:nvSpPr>
        <p:spPr>
          <a:xfrm>
            <a:off x="4008329" y="5636712"/>
            <a:ext cx="1653435" cy="4822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" name="Connettore diritto a freccia 19">
            <a:extLst>
              <a:ext uri="{FF2B5EF4-FFF2-40B4-BE49-F238E27FC236}">
                <a16:creationId xmlns:a16="http://schemas.microsoft.com/office/drawing/2014/main" id="{F80A9528-20BD-F649-2702-5D387FBF0E82}"/>
              </a:ext>
            </a:extLst>
          </p:cNvPr>
          <p:cNvCxnSpPr>
            <a:endCxn id="13" idx="1"/>
          </p:cNvCxnSpPr>
          <p:nvPr/>
        </p:nvCxnSpPr>
        <p:spPr>
          <a:xfrm>
            <a:off x="1972019" y="5343181"/>
            <a:ext cx="2036310" cy="5346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4DF344A-311D-2A39-A807-880963533E19}"/>
              </a:ext>
            </a:extLst>
          </p:cNvPr>
          <p:cNvSpPr txBox="1"/>
          <p:nvPr/>
        </p:nvSpPr>
        <p:spPr>
          <a:xfrm>
            <a:off x="147878" y="4730247"/>
            <a:ext cx="19430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C00000"/>
                </a:solidFill>
              </a:rPr>
              <a:t>Please</a:t>
            </a:r>
            <a:r>
              <a:rPr lang="it-IT" dirty="0">
                <a:solidFill>
                  <a:srgbClr val="C00000"/>
                </a:solidFill>
              </a:rPr>
              <a:t> use </a:t>
            </a:r>
            <a:r>
              <a:rPr lang="it-IT" dirty="0" err="1">
                <a:solidFill>
                  <a:srgbClr val="C00000"/>
                </a:solidFill>
              </a:rPr>
              <a:t>infos</a:t>
            </a:r>
            <a:endParaRPr lang="it-IT" dirty="0">
              <a:solidFill>
                <a:srgbClr val="C00000"/>
              </a:solidFill>
            </a:endParaRPr>
          </a:p>
          <a:p>
            <a:r>
              <a:rPr lang="it-IT" dirty="0">
                <a:solidFill>
                  <a:srgbClr val="C00000"/>
                </a:solidFill>
              </a:rPr>
              <a:t>From list menu in </a:t>
            </a:r>
          </a:p>
          <a:p>
            <a:r>
              <a:rPr lang="it-IT" dirty="0">
                <a:solidFill>
                  <a:srgbClr val="C00000"/>
                </a:solidFill>
              </a:rPr>
              <a:t>RFI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12569F9-F4C7-606B-5BC7-B5129BEEBC99}"/>
              </a:ext>
            </a:extLst>
          </p:cNvPr>
          <p:cNvSpPr/>
          <p:nvPr/>
        </p:nvSpPr>
        <p:spPr>
          <a:xfrm>
            <a:off x="2423711" y="2027104"/>
            <a:ext cx="231354" cy="2864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22994AC-8754-1C12-F974-676474778AC0}"/>
              </a:ext>
            </a:extLst>
          </p:cNvPr>
          <p:cNvSpPr/>
          <p:nvPr/>
        </p:nvSpPr>
        <p:spPr>
          <a:xfrm>
            <a:off x="6040235" y="2027104"/>
            <a:ext cx="231354" cy="2864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5CBCB0AE-127A-AFE2-B2EA-21E4ADD14267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>
            <a:off x="2073700" y="1943087"/>
            <a:ext cx="350011" cy="2272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DC80176-5086-7F9F-3495-00034E0560AE}"/>
              </a:ext>
            </a:extLst>
          </p:cNvPr>
          <p:cNvSpPr txBox="1"/>
          <p:nvPr/>
        </p:nvSpPr>
        <p:spPr>
          <a:xfrm>
            <a:off x="130668" y="1204423"/>
            <a:ext cx="1943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C00000"/>
                </a:solidFill>
              </a:rPr>
              <a:t>Remove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all</a:t>
            </a:r>
            <a:r>
              <a:rPr lang="it-IT" dirty="0">
                <a:solidFill>
                  <a:srgbClr val="C00000"/>
                </a:solidFill>
              </a:rPr>
              <a:t> emoticons </a:t>
            </a:r>
            <a:r>
              <a:rPr lang="it-IT" dirty="0" err="1">
                <a:solidFill>
                  <a:srgbClr val="C00000"/>
                </a:solidFill>
              </a:rPr>
              <a:t>we</a:t>
            </a:r>
            <a:r>
              <a:rPr lang="it-IT" dirty="0">
                <a:solidFill>
                  <a:srgbClr val="C00000"/>
                </a:solidFill>
              </a:rPr>
              <a:t> must </a:t>
            </a:r>
            <a:r>
              <a:rPr lang="it-IT" dirty="0" err="1">
                <a:solidFill>
                  <a:srgbClr val="C00000"/>
                </a:solidFill>
              </a:rPr>
              <a:t>keep</a:t>
            </a:r>
            <a:r>
              <a:rPr lang="it-IT" dirty="0">
                <a:solidFill>
                  <a:srgbClr val="C00000"/>
                </a:solidFill>
              </a:rPr>
              <a:t> a corporate layout and </a:t>
            </a:r>
            <a:r>
              <a:rPr lang="it-IT" dirty="0" err="1">
                <a:solidFill>
                  <a:srgbClr val="C00000"/>
                </a:solidFill>
              </a:rPr>
              <a:t>look&amp;feel</a:t>
            </a:r>
            <a:endParaRPr lang="it-IT" dirty="0">
              <a:solidFill>
                <a:srgbClr val="C00000"/>
              </a:solidFill>
            </a:endParaRPr>
          </a:p>
        </p:txBody>
      </p:sp>
      <p:cxnSp>
        <p:nvCxnSpPr>
          <p:cNvPr id="27" name="Connettore diritto a freccia 26">
            <a:extLst>
              <a:ext uri="{FF2B5EF4-FFF2-40B4-BE49-F238E27FC236}">
                <a16:creationId xmlns:a16="http://schemas.microsoft.com/office/drawing/2014/main" id="{52FA8A8B-CF54-B7DF-5161-325127069AD8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2073700" y="1943087"/>
            <a:ext cx="3966535" cy="2272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29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410F-0564-24D9-3BF3-E6CACA62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schermata, software, Software multimediale, Software per la grafica&#10;&#10;Il contenuto generato dall'IA potrebbe non essere corretto.">
            <a:extLst>
              <a:ext uri="{FF2B5EF4-FFF2-40B4-BE49-F238E27FC236}">
                <a16:creationId xmlns:a16="http://schemas.microsoft.com/office/drawing/2014/main" id="{D605285E-8AA3-766D-94EF-240AA3B14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30"/>
          <a:stretch>
            <a:fillRect/>
          </a:stretch>
        </p:blipFill>
        <p:spPr>
          <a:xfrm>
            <a:off x="2209800" y="419436"/>
            <a:ext cx="7772400" cy="592628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2271BB7-70C7-C22E-143D-66E8087499BD}"/>
              </a:ext>
            </a:extLst>
          </p:cNvPr>
          <p:cNvSpPr txBox="1"/>
          <p:nvPr/>
        </p:nvSpPr>
        <p:spPr>
          <a:xfrm>
            <a:off x="860387" y="25227"/>
            <a:ext cx="103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PLEASE STANDARDISE THE SAME LAYOUT FOR BOTH REGISTRATION FORMS USING THE AGENCY ONE</a:t>
            </a:r>
          </a:p>
        </p:txBody>
      </p:sp>
    </p:spTree>
    <p:extLst>
      <p:ext uri="{BB962C8B-B14F-4D97-AF65-F5344CB8AC3E}">
        <p14:creationId xmlns:p14="http://schemas.microsoft.com/office/powerpoint/2010/main" val="416398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7E4EF-FC1B-47C1-1377-A1D514D4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61D25C6-7128-DF44-EAC2-9419698D132D}"/>
              </a:ext>
            </a:extLst>
          </p:cNvPr>
          <p:cNvSpPr txBox="1"/>
          <p:nvPr/>
        </p:nvSpPr>
        <p:spPr>
          <a:xfrm>
            <a:off x="860387" y="25227"/>
            <a:ext cx="103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PLEASE STANDARDISE THE SAME LAYOUT FOR BOTH REGISTRATION FORMS USING THE AGENCY ONE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FEFAF7-1D1B-6FFD-932B-E3083E78AE4D}"/>
              </a:ext>
            </a:extLst>
          </p:cNvPr>
          <p:cNvSpPr txBox="1"/>
          <p:nvPr/>
        </p:nvSpPr>
        <p:spPr>
          <a:xfrm>
            <a:off x="168754" y="1615862"/>
            <a:ext cx="34346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C00000"/>
                </a:solidFill>
              </a:rPr>
              <a:t>Please</a:t>
            </a:r>
            <a:r>
              <a:rPr lang="it-IT" dirty="0">
                <a:solidFill>
                  <a:srgbClr val="C00000"/>
                </a:solidFill>
              </a:rPr>
              <a:t> use agency </a:t>
            </a:r>
            <a:r>
              <a:rPr lang="it-IT" dirty="0" err="1">
                <a:solidFill>
                  <a:srgbClr val="C00000"/>
                </a:solidFill>
              </a:rPr>
              <a:t>look&amp;feel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but</a:t>
            </a:r>
            <a:r>
              <a:rPr lang="it-IT" dirty="0">
                <a:solidFill>
                  <a:srgbClr val="C00000"/>
                </a:solidFill>
              </a:rPr>
              <a:t> with the </a:t>
            </a:r>
            <a:r>
              <a:rPr lang="it-IT" dirty="0" err="1">
                <a:solidFill>
                  <a:srgbClr val="C00000"/>
                </a:solidFill>
              </a:rPr>
              <a:t>same</a:t>
            </a:r>
            <a:r>
              <a:rPr lang="it-IT" dirty="0">
                <a:solidFill>
                  <a:srgbClr val="C00000"/>
                </a:solidFill>
              </a:rPr>
              <a:t> size of production </a:t>
            </a:r>
            <a:r>
              <a:rPr lang="it-IT" dirty="0" err="1">
                <a:solidFill>
                  <a:srgbClr val="C00000"/>
                </a:solidFill>
              </a:rPr>
              <a:t>cells</a:t>
            </a:r>
            <a:r>
              <a:rPr lang="it-IT" dirty="0">
                <a:solidFill>
                  <a:srgbClr val="C00000"/>
                </a:solidFill>
              </a:rPr>
              <a:t>. </a:t>
            </a:r>
            <a:r>
              <a:rPr lang="it-IT" u="sng" dirty="0">
                <a:solidFill>
                  <a:srgbClr val="C00000"/>
                </a:solidFill>
              </a:rPr>
              <a:t>Here the </a:t>
            </a:r>
            <a:r>
              <a:rPr lang="it-IT" u="sng" dirty="0" err="1">
                <a:solidFill>
                  <a:srgbClr val="C00000"/>
                </a:solidFill>
              </a:rPr>
              <a:t>currency</a:t>
            </a:r>
            <a:r>
              <a:rPr lang="it-IT" u="sng" dirty="0">
                <a:solidFill>
                  <a:srgbClr val="C00000"/>
                </a:solidFill>
              </a:rPr>
              <a:t> </a:t>
            </a:r>
            <a:r>
              <a:rPr lang="it-IT" u="sng" dirty="0" err="1">
                <a:solidFill>
                  <a:srgbClr val="C00000"/>
                </a:solidFill>
              </a:rPr>
              <a:t>is</a:t>
            </a:r>
            <a:r>
              <a:rPr lang="it-IT" u="sng" dirty="0">
                <a:solidFill>
                  <a:srgbClr val="C00000"/>
                </a:solidFill>
              </a:rPr>
              <a:t> </a:t>
            </a:r>
            <a:r>
              <a:rPr lang="it-IT" u="sng" dirty="0" err="1">
                <a:solidFill>
                  <a:srgbClr val="C00000"/>
                </a:solidFill>
              </a:rPr>
              <a:t>already</a:t>
            </a:r>
            <a:r>
              <a:rPr lang="it-IT" u="sng" dirty="0">
                <a:solidFill>
                  <a:srgbClr val="C00000"/>
                </a:solidFill>
              </a:rPr>
              <a:t> set up from step 1 Organization &amp; </a:t>
            </a:r>
            <a:r>
              <a:rPr lang="it-IT" u="sng" dirty="0" err="1">
                <a:solidFill>
                  <a:srgbClr val="C00000"/>
                </a:solidFill>
              </a:rPr>
              <a:t>Structure</a:t>
            </a:r>
            <a:r>
              <a:rPr lang="it-IT" u="sng" dirty="0">
                <a:solidFill>
                  <a:srgbClr val="C00000"/>
                </a:solidFill>
              </a:rPr>
              <a:t> -&gt; Agency </a:t>
            </a:r>
            <a:r>
              <a:rPr lang="it-IT" u="sng" dirty="0" err="1">
                <a:solidFill>
                  <a:srgbClr val="C00000"/>
                </a:solidFill>
              </a:rPr>
              <a:t>Currency</a:t>
            </a:r>
            <a:endParaRPr lang="it-IT" u="sng" dirty="0">
              <a:solidFill>
                <a:srgbClr val="C00000"/>
              </a:solidFill>
            </a:endParaRPr>
          </a:p>
        </p:txBody>
      </p:sp>
      <p:pic>
        <p:nvPicPr>
          <p:cNvPr id="10" name="Immagine 9" descr="Immagine che contiene schermata, testo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04FD363F-1A0C-44DE-B04A-66C47BB4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838" y="901874"/>
            <a:ext cx="7772400" cy="5612798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B02C33F8-C6DA-0403-2AE9-68425F997423}"/>
              </a:ext>
            </a:extLst>
          </p:cNvPr>
          <p:cNvSpPr/>
          <p:nvPr/>
        </p:nvSpPr>
        <p:spPr>
          <a:xfrm>
            <a:off x="6096000" y="2853613"/>
            <a:ext cx="1331934" cy="31025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7810E101-C126-9193-1226-396D8356998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43616" y="4035538"/>
            <a:ext cx="3152384" cy="3693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6B51619-207B-A482-6488-CD67D4D8FC2D}"/>
              </a:ext>
            </a:extLst>
          </p:cNvPr>
          <p:cNvSpPr txBox="1"/>
          <p:nvPr/>
        </p:nvSpPr>
        <p:spPr>
          <a:xfrm>
            <a:off x="446762" y="3395479"/>
            <a:ext cx="141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Too small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728D454-2FA6-80B5-3162-5E8A510FCCC7}"/>
              </a:ext>
            </a:extLst>
          </p:cNvPr>
          <p:cNvSpPr/>
          <p:nvPr/>
        </p:nvSpPr>
        <p:spPr>
          <a:xfrm>
            <a:off x="8914481" y="3132886"/>
            <a:ext cx="2653229" cy="228741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0C4D8A1D-F868-F14B-1542-04AC9FC00849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423711" y="4276593"/>
            <a:ext cx="6490770" cy="128692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827C7A3-96E7-24BC-E470-CCAF72AB22C7}"/>
              </a:ext>
            </a:extLst>
          </p:cNvPr>
          <p:cNvSpPr txBox="1"/>
          <p:nvPr/>
        </p:nvSpPr>
        <p:spPr>
          <a:xfrm>
            <a:off x="1142081" y="5378852"/>
            <a:ext cx="141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Good size and </a:t>
            </a:r>
            <a:r>
              <a:rPr lang="it-IT" dirty="0" err="1">
                <a:solidFill>
                  <a:srgbClr val="C00000"/>
                </a:solidFill>
              </a:rPr>
              <a:t>space</a:t>
            </a:r>
            <a:endParaRPr lang="it-IT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55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ECE0-5D0D-F2F2-5B92-47281576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3A0E2F-2A95-CBEB-FC1E-E47F675F3CDC}"/>
              </a:ext>
            </a:extLst>
          </p:cNvPr>
          <p:cNvSpPr txBox="1"/>
          <p:nvPr/>
        </p:nvSpPr>
        <p:spPr>
          <a:xfrm>
            <a:off x="860387" y="25227"/>
            <a:ext cx="103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PLEASE STANDARDISE THE SAME LAYOUT FOR BOTH REGISTRATION FORMS USING THE AGENCY ONE</a:t>
            </a:r>
          </a:p>
        </p:txBody>
      </p:sp>
      <p:pic>
        <p:nvPicPr>
          <p:cNvPr id="5" name="Immagine 4" descr="Immagine che contiene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0245575D-0C2A-7D0E-589B-97107EE3C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782" y="720518"/>
            <a:ext cx="7772400" cy="5416963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2531BECD-4DBF-9212-D3A1-33300795778C}"/>
              </a:ext>
            </a:extLst>
          </p:cNvPr>
          <p:cNvSpPr/>
          <p:nvPr/>
        </p:nvSpPr>
        <p:spPr>
          <a:xfrm>
            <a:off x="4442565" y="2367419"/>
            <a:ext cx="2922739" cy="2379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1E23DA66-7B3A-0CC8-C7AB-0170FF958542}"/>
              </a:ext>
            </a:extLst>
          </p:cNvPr>
          <p:cNvCxnSpPr>
            <a:endCxn id="6" idx="1"/>
          </p:cNvCxnSpPr>
          <p:nvPr/>
        </p:nvCxnSpPr>
        <p:spPr>
          <a:xfrm>
            <a:off x="2406255" y="2073888"/>
            <a:ext cx="2036310" cy="41252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D3DC79D-D868-247B-92A1-BB6D038DCD2F}"/>
              </a:ext>
            </a:extLst>
          </p:cNvPr>
          <p:cNvSpPr txBox="1"/>
          <p:nvPr/>
        </p:nvSpPr>
        <p:spPr>
          <a:xfrm>
            <a:off x="168754" y="1615862"/>
            <a:ext cx="3434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C00000"/>
                </a:solidFill>
              </a:rPr>
              <a:t>Please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allow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currency</a:t>
            </a:r>
            <a:r>
              <a:rPr lang="it-IT" dirty="0">
                <a:solidFill>
                  <a:srgbClr val="C00000"/>
                </a:solidFill>
              </a:rPr>
              <a:t> set up per</a:t>
            </a:r>
          </a:p>
          <a:p>
            <a:r>
              <a:rPr lang="it-IT" dirty="0" err="1">
                <a:solidFill>
                  <a:srgbClr val="C00000"/>
                </a:solidFill>
              </a:rPr>
              <a:t>Each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column</a:t>
            </a:r>
            <a:endParaRPr lang="it-IT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63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0F61-7A7E-1FAC-19B8-DE64EF4E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B2D589-B3FD-FC02-6C94-D5C80E9776F5}"/>
              </a:ext>
            </a:extLst>
          </p:cNvPr>
          <p:cNvSpPr txBox="1"/>
          <p:nvPr/>
        </p:nvSpPr>
        <p:spPr>
          <a:xfrm>
            <a:off x="916152" y="1578454"/>
            <a:ext cx="10359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PLEASE STANDARDISE THE SAME LAYOUT FOR BOTH REGISTRATION FORMS USING THE AGENCY ONE</a:t>
            </a:r>
          </a:p>
          <a:p>
            <a:r>
              <a:rPr lang="it-IT" dirty="0">
                <a:solidFill>
                  <a:srgbClr val="C00000"/>
                </a:solidFill>
              </a:rPr>
              <a:t>For </a:t>
            </a:r>
            <a:r>
              <a:rPr lang="it-IT" dirty="0" err="1">
                <a:solidFill>
                  <a:srgbClr val="C00000"/>
                </a:solidFill>
              </a:rPr>
              <a:t>all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other</a:t>
            </a:r>
            <a:r>
              <a:rPr lang="it-IT" dirty="0">
                <a:solidFill>
                  <a:srgbClr val="C00000"/>
                </a:solidFill>
              </a:rPr>
              <a:t> steps </a:t>
            </a:r>
            <a:r>
              <a:rPr lang="it-IT" dirty="0">
                <a:solidFill>
                  <a:srgbClr val="C00000"/>
                </a:solidFill>
                <a:sym typeface="Wingdings" pitchFamily="2" charset="2"/>
              </a:rPr>
              <a:t> i </a:t>
            </a:r>
            <a:r>
              <a:rPr lang="it-IT" dirty="0" err="1">
                <a:solidFill>
                  <a:srgbClr val="C00000"/>
                </a:solidFill>
                <a:sym typeface="Wingdings" pitchFamily="2" charset="2"/>
              </a:rPr>
              <a:t>guess</a:t>
            </a:r>
            <a:r>
              <a:rPr lang="it-IT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it-IT" dirty="0" err="1">
                <a:solidFill>
                  <a:srgbClr val="C00000"/>
                </a:solidFill>
                <a:sym typeface="Wingdings" pitchFamily="2" charset="2"/>
              </a:rPr>
              <a:t>you</a:t>
            </a:r>
            <a:r>
              <a:rPr lang="it-IT" dirty="0">
                <a:solidFill>
                  <a:srgbClr val="C00000"/>
                </a:solidFill>
                <a:sym typeface="Wingdings" pitchFamily="2" charset="2"/>
              </a:rPr>
              <a:t> dont </a:t>
            </a:r>
            <a:r>
              <a:rPr lang="it-IT" dirty="0" err="1">
                <a:solidFill>
                  <a:srgbClr val="C00000"/>
                </a:solidFill>
                <a:sym typeface="Wingdings" pitchFamily="2" charset="2"/>
              </a:rPr>
              <a:t>need</a:t>
            </a:r>
            <a:r>
              <a:rPr lang="it-IT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it-IT" dirty="0" err="1">
                <a:solidFill>
                  <a:srgbClr val="C00000"/>
                </a:solidFill>
                <a:sym typeface="Wingdings" pitchFamily="2" charset="2"/>
              </a:rPr>
              <a:t>all</a:t>
            </a:r>
            <a:r>
              <a:rPr lang="it-IT" dirty="0">
                <a:solidFill>
                  <a:srgbClr val="C00000"/>
                </a:solidFill>
                <a:sym typeface="Wingdings" pitchFamily="2" charset="2"/>
              </a:rPr>
              <a:t> screenshot!</a:t>
            </a:r>
            <a:endParaRPr lang="it-IT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541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7D3D-F3B2-D738-53AA-3EC8CD37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software, Icona del computer, Pagina Web&#10;&#10;Il contenuto generato dall'IA potrebbe non essere corretto.">
            <a:extLst>
              <a:ext uri="{FF2B5EF4-FFF2-40B4-BE49-F238E27FC236}">
                <a16:creationId xmlns:a16="http://schemas.microsoft.com/office/drawing/2014/main" id="{AC16A34B-CF78-2751-2DFF-05A862865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42" y="418641"/>
            <a:ext cx="6000798" cy="6020718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B9E60EA-4730-F940-99B5-AEC4F88F10B9}"/>
              </a:ext>
            </a:extLst>
          </p:cNvPr>
          <p:cNvSpPr txBox="1"/>
          <p:nvPr/>
        </p:nvSpPr>
        <p:spPr>
          <a:xfrm>
            <a:off x="6995670" y="2961435"/>
            <a:ext cx="47792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/>
              <a:t>An </a:t>
            </a:r>
            <a:r>
              <a:rPr lang="it-IT" err="1"/>
              <a:t>important</a:t>
            </a:r>
            <a:r>
              <a:rPr lang="it-IT"/>
              <a:t> technical note: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fields </a:t>
            </a:r>
            <a:r>
              <a:rPr lang="it-IT" err="1"/>
              <a:t>should</a:t>
            </a:r>
            <a:r>
              <a:rPr lang="it-IT"/>
              <a:t> be </a:t>
            </a:r>
            <a:r>
              <a:rPr lang="it-IT" err="1"/>
              <a:t>editable</a:t>
            </a:r>
            <a:r>
              <a:rPr lang="it-IT"/>
              <a:t> </a:t>
            </a:r>
            <a:r>
              <a:rPr lang="it-IT" err="1"/>
              <a:t>independently</a:t>
            </a:r>
            <a:r>
              <a:rPr lang="it-IT"/>
              <a:t> by the user.</a:t>
            </a:r>
          </a:p>
          <a:p>
            <a:pPr>
              <a:buNone/>
            </a:pPr>
            <a:r>
              <a:rPr lang="it-IT"/>
              <a:t>By </a:t>
            </a:r>
            <a:r>
              <a:rPr lang="it-IT" err="1"/>
              <a:t>when</a:t>
            </a:r>
            <a:r>
              <a:rPr lang="it-IT"/>
              <a:t> do I </a:t>
            </a:r>
            <a:r>
              <a:rPr lang="it-IT" err="1"/>
              <a:t>need</a:t>
            </a:r>
            <a:r>
              <a:rPr lang="it-IT"/>
              <a:t> to </a:t>
            </a:r>
            <a:r>
              <a:rPr lang="it-IT" err="1"/>
              <a:t>provide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with feedback on </a:t>
            </a:r>
            <a:r>
              <a:rPr lang="it-IT" err="1"/>
              <a:t>which</a:t>
            </a:r>
            <a:r>
              <a:rPr lang="it-IT"/>
              <a:t> fields can be </a:t>
            </a:r>
            <a:r>
              <a:rPr lang="it-IT" err="1"/>
              <a:t>modified</a:t>
            </a:r>
            <a:r>
              <a:rPr lang="it-IT"/>
              <a:t> </a:t>
            </a:r>
            <a:r>
              <a:rPr lang="it-IT" err="1"/>
              <a:t>autonomously</a:t>
            </a:r>
            <a:r>
              <a:rPr lang="it-IT"/>
              <a:t> and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require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prior</a:t>
            </a:r>
            <a:r>
              <a:rPr lang="it-IT"/>
              <a:t> </a:t>
            </a:r>
            <a:r>
              <a:rPr lang="it-IT" err="1"/>
              <a:t>approval</a:t>
            </a:r>
            <a:r>
              <a:rPr lang="it-IT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763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EE91-6372-5567-D49C-3A5B82AF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B47B22B2-D483-A45E-616A-4C5B66E1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22" y="2392272"/>
            <a:ext cx="2199966" cy="2574072"/>
          </a:xfrm>
          <a:prstGeom prst="rect">
            <a:avLst/>
          </a:prstGeom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28BC708F-3167-2BE6-A3D1-9890A7B299FC}"/>
              </a:ext>
            </a:extLst>
          </p:cNvPr>
          <p:cNvSpPr/>
          <p:nvPr/>
        </p:nvSpPr>
        <p:spPr>
          <a:xfrm>
            <a:off x="1362420" y="2674769"/>
            <a:ext cx="1011044" cy="3791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E30E3A15-77C8-993B-8D84-E60F61C2AE02}"/>
              </a:ext>
            </a:extLst>
          </p:cNvPr>
          <p:cNvSpPr txBox="1"/>
          <p:nvPr/>
        </p:nvSpPr>
        <p:spPr>
          <a:xfrm>
            <a:off x="1123350" y="1773480"/>
            <a:ext cx="19141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000">
                <a:solidFill>
                  <a:srgbClr val="FF0000"/>
                </a:solidFill>
              </a:defRPr>
            </a:lvl1pPr>
          </a:lstStyle>
          <a:p>
            <a:r>
              <a:rPr lang="it-IT"/>
              <a:t>I assume the logo </a:t>
            </a:r>
            <a:r>
              <a:rPr lang="it-IT" err="1"/>
              <a:t>will</a:t>
            </a:r>
            <a:r>
              <a:rPr lang="it-IT"/>
              <a:t> be </a:t>
            </a:r>
            <a:r>
              <a:rPr lang="it-IT" err="1"/>
              <a:t>placed</a:t>
            </a:r>
            <a:r>
              <a:rPr lang="it-IT"/>
              <a:t> </a:t>
            </a:r>
            <a:r>
              <a:rPr lang="it-IT" err="1"/>
              <a:t>here</a:t>
            </a:r>
            <a:r>
              <a:rPr lang="it-IT"/>
              <a:t>, </a:t>
            </a:r>
            <a:r>
              <a:rPr lang="it-IT" err="1"/>
              <a:t>using</a:t>
            </a:r>
            <a:r>
              <a:rPr lang="it-IT"/>
              <a:t> the </a:t>
            </a:r>
            <a:r>
              <a:rPr lang="it-IT" err="1"/>
              <a:t>same</a:t>
            </a:r>
            <a:r>
              <a:rPr lang="it-IT"/>
              <a:t> format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Scanbook</a:t>
            </a:r>
            <a:r>
              <a:rPr lang="it-IT"/>
              <a:t>.</a:t>
            </a:r>
          </a:p>
        </p:txBody>
      </p:sp>
      <p:cxnSp>
        <p:nvCxnSpPr>
          <p:cNvPr id="43" name="Connettore diritto a freccia 42">
            <a:extLst>
              <a:ext uri="{FF2B5EF4-FFF2-40B4-BE49-F238E27FC236}">
                <a16:creationId xmlns:a16="http://schemas.microsoft.com/office/drawing/2014/main" id="{5D961ECB-9A06-880E-FDCB-C96786A19B73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867942" y="2252873"/>
            <a:ext cx="0" cy="4218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tangolo 5">
            <a:extLst>
              <a:ext uri="{FF2B5EF4-FFF2-40B4-BE49-F238E27FC236}">
                <a16:creationId xmlns:a16="http://schemas.microsoft.com/office/drawing/2014/main" id="{5759731A-1FBD-10A5-34C8-21E4895FAE91}"/>
              </a:ext>
            </a:extLst>
          </p:cNvPr>
          <p:cNvSpPr/>
          <p:nvPr/>
        </p:nvSpPr>
        <p:spPr>
          <a:xfrm>
            <a:off x="714977" y="1692934"/>
            <a:ext cx="2622245" cy="347744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10A53BA-07B2-8185-F348-804607CFE1B2}"/>
              </a:ext>
            </a:extLst>
          </p:cNvPr>
          <p:cNvSpPr txBox="1"/>
          <p:nvPr/>
        </p:nvSpPr>
        <p:spPr>
          <a:xfrm>
            <a:off x="683295" y="5198232"/>
            <a:ext cx="2685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00B050"/>
                </a:solidFill>
              </a:rPr>
              <a:t>Not </a:t>
            </a:r>
            <a:r>
              <a:rPr lang="it-IT" b="1" err="1">
                <a:solidFill>
                  <a:srgbClr val="00B050"/>
                </a:solidFill>
              </a:rPr>
              <a:t>yet</a:t>
            </a:r>
            <a:r>
              <a:rPr lang="it-IT" b="1">
                <a:solidFill>
                  <a:srgbClr val="00B050"/>
                </a:solidFill>
              </a:rPr>
              <a:t> follow </a:t>
            </a:r>
            <a:r>
              <a:rPr lang="it-IT" b="1" err="1">
                <a:solidFill>
                  <a:srgbClr val="00B050"/>
                </a:solidFill>
              </a:rPr>
              <a:t>next</a:t>
            </a:r>
            <a:r>
              <a:rPr lang="it-IT" b="1">
                <a:solidFill>
                  <a:srgbClr val="00B050"/>
                </a:solidFill>
              </a:rPr>
              <a:t> page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2962A7ED-8112-6CCF-6510-4E1F1AD7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224" y="1773480"/>
            <a:ext cx="2590800" cy="3543300"/>
          </a:xfrm>
          <a:prstGeom prst="rect">
            <a:avLst/>
          </a:prstGeom>
        </p:spPr>
      </p:pic>
      <p:sp>
        <p:nvSpPr>
          <p:cNvPr id="4" name="CasellaDiTesto 41">
            <a:extLst>
              <a:ext uri="{FF2B5EF4-FFF2-40B4-BE49-F238E27FC236}">
                <a16:creationId xmlns:a16="http://schemas.microsoft.com/office/drawing/2014/main" id="{E944A374-C021-0127-0DCF-21C90F51F983}"/>
              </a:ext>
            </a:extLst>
          </p:cNvPr>
          <p:cNvSpPr txBox="1"/>
          <p:nvPr/>
        </p:nvSpPr>
        <p:spPr>
          <a:xfrm>
            <a:off x="1069000" y="890460"/>
            <a:ext cx="1914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000">
                <a:solidFill>
                  <a:srgbClr val="FF0000"/>
                </a:solidFill>
              </a:defRPr>
            </a:lvl1pPr>
          </a:lstStyle>
          <a:p>
            <a:r>
              <a:rPr lang="it-IT" err="1"/>
              <a:t>Current</a:t>
            </a:r>
            <a:r>
              <a:rPr lang="it-IT"/>
              <a:t> </a:t>
            </a:r>
          </a:p>
        </p:txBody>
      </p:sp>
      <p:sp>
        <p:nvSpPr>
          <p:cNvPr id="7" name="CasellaDiTesto 41">
            <a:extLst>
              <a:ext uri="{FF2B5EF4-FFF2-40B4-BE49-F238E27FC236}">
                <a16:creationId xmlns:a16="http://schemas.microsoft.com/office/drawing/2014/main" id="{92397417-06C4-E6C4-74E6-3EB6F1742660}"/>
              </a:ext>
            </a:extLst>
          </p:cNvPr>
          <p:cNvSpPr txBox="1"/>
          <p:nvPr/>
        </p:nvSpPr>
        <p:spPr>
          <a:xfrm>
            <a:off x="6813284" y="1294999"/>
            <a:ext cx="1914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000">
                <a:solidFill>
                  <a:srgbClr val="FF0000"/>
                </a:solidFill>
              </a:defRPr>
            </a:lvl1pPr>
          </a:lstStyle>
          <a:p>
            <a:r>
              <a:rPr lang="it-IT"/>
              <a:t>From VTSCAN </a:t>
            </a:r>
          </a:p>
        </p:txBody>
      </p:sp>
      <p:cxnSp>
        <p:nvCxnSpPr>
          <p:cNvPr id="8" name="Connettore diritto a freccia 42">
            <a:extLst>
              <a:ext uri="{FF2B5EF4-FFF2-40B4-BE49-F238E27FC236}">
                <a16:creationId xmlns:a16="http://schemas.microsoft.com/office/drawing/2014/main" id="{02C0AAC7-C91B-4C9A-914E-FBABEA11BEAF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373464" y="2584462"/>
            <a:ext cx="4694663" cy="2798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40">
            <a:extLst>
              <a:ext uri="{FF2B5EF4-FFF2-40B4-BE49-F238E27FC236}">
                <a16:creationId xmlns:a16="http://schemas.microsoft.com/office/drawing/2014/main" id="{1752E4DA-444E-92A7-3935-C49E15FABFD7}"/>
              </a:ext>
            </a:extLst>
          </p:cNvPr>
          <p:cNvSpPr/>
          <p:nvPr/>
        </p:nvSpPr>
        <p:spPr>
          <a:xfrm>
            <a:off x="7068127" y="2013129"/>
            <a:ext cx="1206078" cy="11426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41">
            <a:extLst>
              <a:ext uri="{FF2B5EF4-FFF2-40B4-BE49-F238E27FC236}">
                <a16:creationId xmlns:a16="http://schemas.microsoft.com/office/drawing/2014/main" id="{5CA5E7A2-58CB-D50A-1A12-91F4D066CA86}"/>
              </a:ext>
            </a:extLst>
          </p:cNvPr>
          <p:cNvSpPr txBox="1"/>
          <p:nvPr/>
        </p:nvSpPr>
        <p:spPr>
          <a:xfrm>
            <a:off x="4353842" y="2293007"/>
            <a:ext cx="1914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1000">
                <a:solidFill>
                  <a:srgbClr val="FF0000"/>
                </a:solidFill>
              </a:defRPr>
            </a:lvl1pPr>
          </a:lstStyle>
          <a:p>
            <a:r>
              <a:rPr lang="it-IT"/>
              <a:t>Logo and cover must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same</a:t>
            </a:r>
            <a:r>
              <a:rPr lang="it-IT"/>
              <a:t> </a:t>
            </a:r>
            <a:r>
              <a:rPr lang="it-IT" err="1"/>
              <a:t>dimension</a:t>
            </a:r>
            <a:endParaRPr lang="it-IT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824755-3700-AA7C-2766-F60DF5CC5DC8}"/>
              </a:ext>
            </a:extLst>
          </p:cNvPr>
          <p:cNvCxnSpPr/>
          <p:nvPr/>
        </p:nvCxnSpPr>
        <p:spPr>
          <a:xfrm>
            <a:off x="3166946" y="2392272"/>
            <a:ext cx="0" cy="6616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7CC80F-00FC-B194-EBB9-69C06AA1B408}"/>
              </a:ext>
            </a:extLst>
          </p:cNvPr>
          <p:cNvCxnSpPr>
            <a:cxnSpLocks/>
          </p:cNvCxnSpPr>
          <p:nvPr/>
        </p:nvCxnSpPr>
        <p:spPr>
          <a:xfrm>
            <a:off x="6428788" y="1962187"/>
            <a:ext cx="0" cy="10917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4227F16-FB58-6EBE-2A44-3EB7CABF0278}"/>
              </a:ext>
            </a:extLst>
          </p:cNvPr>
          <p:cNvSpPr txBox="1"/>
          <p:nvPr/>
        </p:nvSpPr>
        <p:spPr>
          <a:xfrm>
            <a:off x="3140821" y="476851"/>
            <a:ext cx="558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u="sng" dirty="0" err="1">
                <a:solidFill>
                  <a:srgbClr val="C00000"/>
                </a:solidFill>
              </a:rPr>
              <a:t>Is</a:t>
            </a:r>
            <a:r>
              <a:rPr lang="it-IT" u="sng" dirty="0">
                <a:solidFill>
                  <a:srgbClr val="C00000"/>
                </a:solidFill>
              </a:rPr>
              <a:t> </a:t>
            </a:r>
            <a:r>
              <a:rPr lang="it-IT" u="sng" dirty="0" err="1">
                <a:solidFill>
                  <a:srgbClr val="C00000"/>
                </a:solidFill>
              </a:rPr>
              <a:t>not</a:t>
            </a:r>
            <a:r>
              <a:rPr lang="it-IT" u="sng" dirty="0">
                <a:solidFill>
                  <a:srgbClr val="C00000"/>
                </a:solidFill>
              </a:rPr>
              <a:t> </a:t>
            </a:r>
            <a:r>
              <a:rPr lang="it-IT" u="sng" dirty="0" err="1">
                <a:solidFill>
                  <a:srgbClr val="C00000"/>
                </a:solidFill>
              </a:rPr>
              <a:t>possible</a:t>
            </a:r>
            <a:r>
              <a:rPr lang="it-IT" u="sng" dirty="0">
                <a:solidFill>
                  <a:srgbClr val="C00000"/>
                </a:solidFill>
              </a:rPr>
              <a:t> to upload the logo and test </a:t>
            </a:r>
            <a:r>
              <a:rPr lang="it-IT" u="sng" dirty="0" err="1">
                <a:solidFill>
                  <a:srgbClr val="C00000"/>
                </a:solidFill>
              </a:rPr>
              <a:t>how</a:t>
            </a:r>
            <a:r>
              <a:rPr lang="it-IT" u="sng" dirty="0">
                <a:solidFill>
                  <a:srgbClr val="C00000"/>
                </a:solidFill>
              </a:rPr>
              <a:t> </a:t>
            </a:r>
            <a:r>
              <a:rPr lang="it-IT" u="sng" dirty="0" err="1">
                <a:solidFill>
                  <a:srgbClr val="C00000"/>
                </a:solidFill>
              </a:rPr>
              <a:t>it</a:t>
            </a:r>
            <a:r>
              <a:rPr lang="it-IT" u="sng" dirty="0">
                <a:solidFill>
                  <a:srgbClr val="C00000"/>
                </a:solidFill>
              </a:rPr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375747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96280331-1F9E-E5FC-706B-5169E15A5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761" y="493091"/>
            <a:ext cx="5636087" cy="5654842"/>
          </a:xfrm>
          <a:prstGeom prst="rect">
            <a:avLst/>
          </a:prstGeom>
        </p:spPr>
      </p:pic>
      <p:pic>
        <p:nvPicPr>
          <p:cNvPr id="6" name="Immagine 5" descr="Immagine che contiene testo, schermata, persona, Sito Web&#10;&#10;Il contenuto generato dall'IA potrebbe non essere corretto.">
            <a:extLst>
              <a:ext uri="{FF2B5EF4-FFF2-40B4-BE49-F238E27FC236}">
                <a16:creationId xmlns:a16="http://schemas.microsoft.com/office/drawing/2014/main" id="{05E9C580-F6B3-1858-2A13-F946014D9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692"/>
          <a:stretch>
            <a:fillRect/>
          </a:stretch>
        </p:blipFill>
        <p:spPr>
          <a:xfrm>
            <a:off x="4140760" y="165367"/>
            <a:ext cx="5636088" cy="32772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1D7478-D439-A1CF-46BD-0458067D4391}"/>
              </a:ext>
            </a:extLst>
          </p:cNvPr>
          <p:cNvSpPr txBox="1"/>
          <p:nvPr/>
        </p:nvSpPr>
        <p:spPr>
          <a:xfrm>
            <a:off x="7873581" y="144563"/>
            <a:ext cx="65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Aura</a:t>
            </a:r>
          </a:p>
        </p:txBody>
      </p:sp>
      <p:cxnSp>
        <p:nvCxnSpPr>
          <p:cNvPr id="8" name="Connettore diritto a freccia 7">
            <a:extLst>
              <a:ext uri="{FF2B5EF4-FFF2-40B4-BE49-F238E27FC236}">
                <a16:creationId xmlns:a16="http://schemas.microsoft.com/office/drawing/2014/main" id="{02B85773-51EE-B063-227C-ECEE8350DA4E}"/>
              </a:ext>
            </a:extLst>
          </p:cNvPr>
          <p:cNvCxnSpPr>
            <a:cxnSpLocks/>
          </p:cNvCxnSpPr>
          <p:nvPr/>
        </p:nvCxnSpPr>
        <p:spPr>
          <a:xfrm flipH="1">
            <a:off x="8215932" y="493091"/>
            <a:ext cx="1896713" cy="1936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093B4D2B-312F-06F9-1245-59D40BE667E3}"/>
              </a:ext>
            </a:extLst>
          </p:cNvPr>
          <p:cNvSpPr/>
          <p:nvPr/>
        </p:nvSpPr>
        <p:spPr>
          <a:xfrm>
            <a:off x="4171755" y="560389"/>
            <a:ext cx="4274635" cy="1676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10C666-A53F-344C-E9A9-615495033607}"/>
              </a:ext>
            </a:extLst>
          </p:cNvPr>
          <p:cNvSpPr txBox="1"/>
          <p:nvPr/>
        </p:nvSpPr>
        <p:spPr>
          <a:xfrm>
            <a:off x="10086711" y="139148"/>
            <a:ext cx="2022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err="1">
                <a:solidFill>
                  <a:srgbClr val="FF0000"/>
                </a:solidFill>
              </a:rPr>
              <a:t>Remove</a:t>
            </a:r>
            <a:r>
              <a:rPr lang="it-IT" sz="1000">
                <a:solidFill>
                  <a:srgbClr val="FF0000"/>
                </a:solidFill>
              </a:rPr>
              <a:t> and </a:t>
            </a:r>
            <a:r>
              <a:rPr lang="it-IT" sz="1000" err="1">
                <a:solidFill>
                  <a:srgbClr val="FF0000"/>
                </a:solidFill>
              </a:rPr>
              <a:t>keep</a:t>
            </a:r>
            <a:r>
              <a:rPr lang="it-IT" sz="1000">
                <a:solidFill>
                  <a:srgbClr val="FF0000"/>
                </a:solidFill>
              </a:rPr>
              <a:t> the </a:t>
            </a:r>
            <a:r>
              <a:rPr lang="it-IT" sz="1000" err="1">
                <a:solidFill>
                  <a:srgbClr val="FF0000"/>
                </a:solidFill>
              </a:rPr>
              <a:t>same</a:t>
            </a:r>
            <a:r>
              <a:rPr lang="it-IT" sz="1000">
                <a:solidFill>
                  <a:srgbClr val="FF0000"/>
                </a:solidFill>
              </a:rPr>
              <a:t> background color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526DAC1-318D-52EB-6E66-5E206D6E62A2}"/>
              </a:ext>
            </a:extLst>
          </p:cNvPr>
          <p:cNvSpPr/>
          <p:nvPr/>
        </p:nvSpPr>
        <p:spPr>
          <a:xfrm>
            <a:off x="4252696" y="1611690"/>
            <a:ext cx="3108999" cy="1676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" name="Connettore diritto a freccia 12">
            <a:extLst>
              <a:ext uri="{FF2B5EF4-FFF2-40B4-BE49-F238E27FC236}">
                <a16:creationId xmlns:a16="http://schemas.microsoft.com/office/drawing/2014/main" id="{5FB248EA-E20E-ACA5-2904-46D9802274D8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473630" y="1579322"/>
            <a:ext cx="2613081" cy="1798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970DD0A-5B86-E80F-18AC-2D96C10E1FE1}"/>
              </a:ext>
            </a:extLst>
          </p:cNvPr>
          <p:cNvSpPr txBox="1"/>
          <p:nvPr/>
        </p:nvSpPr>
        <p:spPr>
          <a:xfrm>
            <a:off x="10086711" y="1379267"/>
            <a:ext cx="2022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err="1">
                <a:solidFill>
                  <a:srgbClr val="FF0000"/>
                </a:solidFill>
              </a:rPr>
              <a:t>As</a:t>
            </a:r>
            <a:r>
              <a:rPr lang="it-IT" sz="1000">
                <a:solidFill>
                  <a:srgbClr val="FF0000"/>
                </a:solidFill>
              </a:rPr>
              <a:t> tab use the 8 steps of the </a:t>
            </a:r>
            <a:r>
              <a:rPr lang="it-IT" sz="1000" err="1">
                <a:solidFill>
                  <a:srgbClr val="FF0000"/>
                </a:solidFill>
              </a:rPr>
              <a:t>registration</a:t>
            </a:r>
            <a:r>
              <a:rPr lang="it-IT" sz="1000">
                <a:solidFill>
                  <a:srgbClr val="FF0000"/>
                </a:solidFill>
              </a:rPr>
              <a:t> form</a:t>
            </a:r>
          </a:p>
        </p:txBody>
      </p: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F5BE2910-C9CF-6165-E243-27997230FEFB}"/>
              </a:ext>
            </a:extLst>
          </p:cNvPr>
          <p:cNvCxnSpPr>
            <a:cxnSpLocks/>
          </p:cNvCxnSpPr>
          <p:nvPr/>
        </p:nvCxnSpPr>
        <p:spPr>
          <a:xfrm flipH="1">
            <a:off x="9683170" y="1979432"/>
            <a:ext cx="438121" cy="1798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38CEB51-3DCA-66D7-72E1-3A99C93DCF8F}"/>
              </a:ext>
            </a:extLst>
          </p:cNvPr>
          <p:cNvSpPr txBox="1"/>
          <p:nvPr/>
        </p:nvSpPr>
        <p:spPr>
          <a:xfrm>
            <a:off x="10086711" y="1869316"/>
            <a:ext cx="2022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>
                <a:solidFill>
                  <a:srgbClr val="FF0000"/>
                </a:solidFill>
              </a:rPr>
              <a:t>Use website background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8BFD7A4-2420-5969-AB85-42D95C7E21E3}"/>
              </a:ext>
            </a:extLst>
          </p:cNvPr>
          <p:cNvSpPr txBox="1"/>
          <p:nvPr/>
        </p:nvSpPr>
        <p:spPr>
          <a:xfrm>
            <a:off x="10086711" y="602612"/>
            <a:ext cx="20227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>
                <a:solidFill>
                  <a:srgbClr val="FF0000"/>
                </a:solidFill>
              </a:rPr>
              <a:t>Ok </a:t>
            </a:r>
            <a:r>
              <a:rPr lang="it-IT" sz="1000" err="1">
                <a:solidFill>
                  <a:srgbClr val="FF0000"/>
                </a:solidFill>
              </a:rPr>
              <a:t>but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only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if</a:t>
            </a:r>
            <a:r>
              <a:rPr lang="it-IT" sz="1000">
                <a:solidFill>
                  <a:srgbClr val="FF0000"/>
                </a:solidFill>
              </a:rPr>
              <a:t> user </a:t>
            </a:r>
            <a:r>
              <a:rPr lang="it-IT" sz="1000" err="1">
                <a:solidFill>
                  <a:srgbClr val="FF0000"/>
                </a:solidFill>
              </a:rPr>
              <a:t>has</a:t>
            </a:r>
            <a:r>
              <a:rPr lang="it-IT" sz="1000">
                <a:solidFill>
                  <a:srgbClr val="FF0000"/>
                </a:solidFill>
              </a:rPr>
              <a:t> log in. </a:t>
            </a:r>
            <a:r>
              <a:rPr lang="it-IT" sz="1000" err="1">
                <a:solidFill>
                  <a:srgbClr val="FF0000"/>
                </a:solidFill>
              </a:rPr>
              <a:t>Only</a:t>
            </a:r>
            <a:r>
              <a:rPr lang="it-IT" sz="1000">
                <a:solidFill>
                  <a:srgbClr val="FF0000"/>
                </a:solidFill>
              </a:rPr>
              <a:t> the user (Client) can </a:t>
            </a:r>
            <a:r>
              <a:rPr lang="it-IT" sz="1000" err="1">
                <a:solidFill>
                  <a:srgbClr val="FF0000"/>
                </a:solidFill>
              </a:rPr>
              <a:t>have</a:t>
            </a:r>
            <a:r>
              <a:rPr lang="it-IT" sz="1000">
                <a:solidFill>
                  <a:srgbClr val="FF0000"/>
                </a:solidFill>
              </a:rPr>
              <a:t> a </a:t>
            </a:r>
            <a:r>
              <a:rPr lang="it-IT" sz="1000" err="1">
                <a:solidFill>
                  <a:srgbClr val="FF0000"/>
                </a:solidFill>
              </a:rPr>
              <a:t>favourite</a:t>
            </a:r>
            <a:r>
              <a:rPr lang="it-IT" sz="1000">
                <a:solidFill>
                  <a:srgbClr val="FF0000"/>
                </a:solidFill>
              </a:rPr>
              <a:t> list</a:t>
            </a:r>
          </a:p>
        </p:txBody>
      </p:sp>
      <p:cxnSp>
        <p:nvCxnSpPr>
          <p:cNvPr id="19" name="Connettore diritto a freccia 18">
            <a:extLst>
              <a:ext uri="{FF2B5EF4-FFF2-40B4-BE49-F238E27FC236}">
                <a16:creationId xmlns:a16="http://schemas.microsoft.com/office/drawing/2014/main" id="{0A5420E5-EC92-5335-7095-6D4673059052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8913421" y="879611"/>
            <a:ext cx="1173290" cy="18538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22E82472-DBF0-CB96-A560-398A3A8A9751}"/>
              </a:ext>
            </a:extLst>
          </p:cNvPr>
          <p:cNvSpPr/>
          <p:nvPr/>
        </p:nvSpPr>
        <p:spPr>
          <a:xfrm>
            <a:off x="8671302" y="1082208"/>
            <a:ext cx="492986" cy="1936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6E65A77-52CE-9229-4C76-30D4FFC31F7F}"/>
              </a:ext>
            </a:extLst>
          </p:cNvPr>
          <p:cNvSpPr txBox="1"/>
          <p:nvPr/>
        </p:nvSpPr>
        <p:spPr>
          <a:xfrm>
            <a:off x="10086711" y="1143020"/>
            <a:ext cx="2022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err="1">
                <a:solidFill>
                  <a:srgbClr val="FF0000"/>
                </a:solidFill>
              </a:rPr>
              <a:t>Remove</a:t>
            </a:r>
            <a:endParaRPr lang="it-IT" sz="1000">
              <a:solidFill>
                <a:srgbClr val="FF0000"/>
              </a:solidFill>
            </a:endParaRPr>
          </a:p>
        </p:txBody>
      </p:sp>
      <p:cxnSp>
        <p:nvCxnSpPr>
          <p:cNvPr id="25" name="Connettore diritto a freccia 24">
            <a:extLst>
              <a:ext uri="{FF2B5EF4-FFF2-40B4-BE49-F238E27FC236}">
                <a16:creationId xmlns:a16="http://schemas.microsoft.com/office/drawing/2014/main" id="{007C642B-DC3D-E563-D684-729CA5516D60}"/>
              </a:ext>
            </a:extLst>
          </p:cNvPr>
          <p:cNvCxnSpPr>
            <a:cxnSpLocks/>
            <a:stCxn id="24" idx="1"/>
            <a:endCxn id="28" idx="3"/>
          </p:cNvCxnSpPr>
          <p:nvPr/>
        </p:nvCxnSpPr>
        <p:spPr>
          <a:xfrm flipH="1" flipV="1">
            <a:off x="9672047" y="1178211"/>
            <a:ext cx="414664" cy="879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C4600044-3F39-2B23-6444-BBA333FFB223}"/>
              </a:ext>
            </a:extLst>
          </p:cNvPr>
          <p:cNvSpPr/>
          <p:nvPr/>
        </p:nvSpPr>
        <p:spPr>
          <a:xfrm>
            <a:off x="9179061" y="1081372"/>
            <a:ext cx="492986" cy="1936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60D8899E-B1DC-38E9-53F9-01B9F045B3F2}"/>
              </a:ext>
            </a:extLst>
          </p:cNvPr>
          <p:cNvSpPr/>
          <p:nvPr/>
        </p:nvSpPr>
        <p:spPr>
          <a:xfrm>
            <a:off x="4364631" y="2828510"/>
            <a:ext cx="5190075" cy="5786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diritto a freccia 29">
            <a:extLst>
              <a:ext uri="{FF2B5EF4-FFF2-40B4-BE49-F238E27FC236}">
                <a16:creationId xmlns:a16="http://schemas.microsoft.com/office/drawing/2014/main" id="{83CABAD2-0207-A209-7868-684B80E9111B}"/>
              </a:ext>
            </a:extLst>
          </p:cNvPr>
          <p:cNvCxnSpPr>
            <a:cxnSpLocks/>
          </p:cNvCxnSpPr>
          <p:nvPr/>
        </p:nvCxnSpPr>
        <p:spPr>
          <a:xfrm flipH="1">
            <a:off x="9554706" y="2820186"/>
            <a:ext cx="438121" cy="1798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0EAF6B5-C96B-9797-E5D2-ECDA21772388}"/>
              </a:ext>
            </a:extLst>
          </p:cNvPr>
          <p:cNvSpPr txBox="1"/>
          <p:nvPr/>
        </p:nvSpPr>
        <p:spPr>
          <a:xfrm>
            <a:off x="10086711" y="2710070"/>
            <a:ext cx="20227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>
                <a:solidFill>
                  <a:srgbClr val="FF0000"/>
                </a:solidFill>
              </a:rPr>
              <a:t>Not </a:t>
            </a:r>
            <a:r>
              <a:rPr lang="it-IT" sz="1000" err="1">
                <a:solidFill>
                  <a:srgbClr val="FF0000"/>
                </a:solidFill>
              </a:rPr>
              <a:t>all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these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numbers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need</a:t>
            </a:r>
            <a:r>
              <a:rPr lang="it-IT" sz="1000">
                <a:solidFill>
                  <a:srgbClr val="FF0000"/>
                </a:solidFill>
              </a:rPr>
              <a:t> a graphic for some of </a:t>
            </a:r>
            <a:r>
              <a:rPr lang="it-IT" sz="1000" err="1">
                <a:solidFill>
                  <a:srgbClr val="FF0000"/>
                </a:solidFill>
              </a:rPr>
              <a:t>those</a:t>
            </a:r>
            <a:r>
              <a:rPr lang="it-IT" sz="1000">
                <a:solidFill>
                  <a:srgbClr val="FF0000"/>
                </a:solidFill>
              </a:rPr>
              <a:t> an </a:t>
            </a:r>
            <a:r>
              <a:rPr lang="it-IT" sz="1000" err="1">
                <a:solidFill>
                  <a:srgbClr val="FF0000"/>
                </a:solidFill>
              </a:rPr>
              <a:t>icon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its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enough</a:t>
            </a:r>
            <a:endParaRPr lang="it-IT" sz="1000">
              <a:solidFill>
                <a:srgbClr val="FF0000"/>
              </a:solidFill>
            </a:endParaRP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A639C714-9DD2-D29B-7D3C-F9CCD89FBAB7}"/>
              </a:ext>
            </a:extLst>
          </p:cNvPr>
          <p:cNvSpPr/>
          <p:nvPr/>
        </p:nvSpPr>
        <p:spPr>
          <a:xfrm>
            <a:off x="4252697" y="861211"/>
            <a:ext cx="492986" cy="4138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072BCAE-B444-C66C-AC91-0A0350E962CC}"/>
              </a:ext>
            </a:extLst>
          </p:cNvPr>
          <p:cNvSpPr txBox="1"/>
          <p:nvPr/>
        </p:nvSpPr>
        <p:spPr>
          <a:xfrm>
            <a:off x="2476402" y="786896"/>
            <a:ext cx="2022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err="1">
                <a:solidFill>
                  <a:srgbClr val="FF0000"/>
                </a:solidFill>
              </a:rPr>
              <a:t>Increase</a:t>
            </a:r>
            <a:r>
              <a:rPr lang="it-IT" sz="1000">
                <a:solidFill>
                  <a:srgbClr val="FF0000"/>
                </a:solidFill>
              </a:rPr>
              <a:t> the size of the logo</a:t>
            </a:r>
          </a:p>
        </p:txBody>
      </p:sp>
      <p:cxnSp>
        <p:nvCxnSpPr>
          <p:cNvPr id="37" name="Connettore diritto a freccia 36">
            <a:extLst>
              <a:ext uri="{FF2B5EF4-FFF2-40B4-BE49-F238E27FC236}">
                <a16:creationId xmlns:a16="http://schemas.microsoft.com/office/drawing/2014/main" id="{433316B5-2D54-0C91-A0F4-C3E81F077A8B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>
            <a:off x="3487796" y="1033117"/>
            <a:ext cx="764901" cy="35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diritto a freccia 40">
            <a:extLst>
              <a:ext uri="{FF2B5EF4-FFF2-40B4-BE49-F238E27FC236}">
                <a16:creationId xmlns:a16="http://schemas.microsoft.com/office/drawing/2014/main" id="{33017278-8025-5EBE-35AF-6F4322374547}"/>
              </a:ext>
            </a:extLst>
          </p:cNvPr>
          <p:cNvCxnSpPr>
            <a:cxnSpLocks/>
          </p:cNvCxnSpPr>
          <p:nvPr/>
        </p:nvCxnSpPr>
        <p:spPr>
          <a:xfrm>
            <a:off x="3599730" y="1387264"/>
            <a:ext cx="764901" cy="350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5F3CAE17-7B4E-CA6E-05F1-56B9933F8C00}"/>
              </a:ext>
            </a:extLst>
          </p:cNvPr>
          <p:cNvSpPr txBox="1"/>
          <p:nvPr/>
        </p:nvSpPr>
        <p:spPr>
          <a:xfrm>
            <a:off x="2103200" y="1133046"/>
            <a:ext cx="2022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err="1">
                <a:solidFill>
                  <a:srgbClr val="FF0000"/>
                </a:solidFill>
              </a:rPr>
              <a:t>Consider</a:t>
            </a:r>
            <a:r>
              <a:rPr lang="it-IT" sz="1000">
                <a:solidFill>
                  <a:srgbClr val="FF0000"/>
                </a:solidFill>
              </a:rPr>
              <a:t> a cover image</a:t>
            </a:r>
          </a:p>
        </p:txBody>
      </p:sp>
      <p:sp>
        <p:nvSpPr>
          <p:cNvPr id="43" name="Parentesi graffa aperta 42">
            <a:extLst>
              <a:ext uri="{FF2B5EF4-FFF2-40B4-BE49-F238E27FC236}">
                <a16:creationId xmlns:a16="http://schemas.microsoft.com/office/drawing/2014/main" id="{C41F4FAA-1399-4FF0-35A9-936F272BD29C}"/>
              </a:ext>
            </a:extLst>
          </p:cNvPr>
          <p:cNvSpPr/>
          <p:nvPr/>
        </p:nvSpPr>
        <p:spPr>
          <a:xfrm>
            <a:off x="3870408" y="1921790"/>
            <a:ext cx="438121" cy="413804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1EAF8696-808F-FA7F-1B53-BFB3DAE26F18}"/>
              </a:ext>
            </a:extLst>
          </p:cNvPr>
          <p:cNvSpPr txBox="1"/>
          <p:nvPr/>
        </p:nvSpPr>
        <p:spPr>
          <a:xfrm>
            <a:off x="2637294" y="2400967"/>
            <a:ext cx="1242562" cy="33239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000">
                <a:solidFill>
                  <a:srgbClr val="FF0000"/>
                </a:solidFill>
              </a:rPr>
              <a:t>Fancy </a:t>
            </a:r>
            <a:r>
              <a:rPr lang="it-IT" sz="1000" err="1">
                <a:solidFill>
                  <a:srgbClr val="FF0000"/>
                </a:solidFill>
              </a:rPr>
              <a:t>but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not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enough</a:t>
            </a:r>
            <a:r>
              <a:rPr lang="it-IT" sz="1000">
                <a:solidFill>
                  <a:srgbClr val="FF0000"/>
                </a:solidFill>
              </a:rPr>
              <a:t>. </a:t>
            </a:r>
          </a:p>
          <a:p>
            <a:r>
              <a:rPr lang="it-IT" sz="1000" err="1">
                <a:solidFill>
                  <a:srgbClr val="FF0000"/>
                </a:solidFill>
              </a:rPr>
              <a:t>We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should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also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consider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that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we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will</a:t>
            </a:r>
            <a:r>
              <a:rPr lang="it-IT" sz="1000">
                <a:solidFill>
                  <a:srgbClr val="FF0000"/>
                </a:solidFill>
              </a:rPr>
              <a:t> be positioning and selling the </a:t>
            </a:r>
            <a:r>
              <a:rPr lang="it-IT" sz="1000" err="1">
                <a:solidFill>
                  <a:srgbClr val="FF0000"/>
                </a:solidFill>
              </a:rPr>
              <a:t>platform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partly</a:t>
            </a:r>
            <a:r>
              <a:rPr lang="it-IT" sz="1000">
                <a:solidFill>
                  <a:srgbClr val="FF0000"/>
                </a:solidFill>
              </a:rPr>
              <a:t> on </a:t>
            </a:r>
            <a:r>
              <a:rPr lang="it-IT" sz="1000" err="1">
                <a:solidFill>
                  <a:srgbClr val="FF0000"/>
                </a:solidFill>
              </a:rPr>
              <a:t>its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aesthetic</a:t>
            </a:r>
            <a:r>
              <a:rPr lang="it-IT" sz="1000">
                <a:solidFill>
                  <a:srgbClr val="FF0000"/>
                </a:solidFill>
              </a:rPr>
              <a:t> appeal, </a:t>
            </a:r>
            <a:r>
              <a:rPr lang="it-IT" sz="1000" err="1">
                <a:solidFill>
                  <a:srgbClr val="FF0000"/>
                </a:solidFill>
              </a:rPr>
              <a:t>particularly</a:t>
            </a:r>
            <a:r>
              <a:rPr lang="it-IT" sz="1000">
                <a:solidFill>
                  <a:srgbClr val="FF0000"/>
                </a:solidFill>
              </a:rPr>
              <a:t> in </a:t>
            </a:r>
            <a:r>
              <a:rPr lang="it-IT" sz="1000" err="1">
                <a:solidFill>
                  <a:srgbClr val="FF0000"/>
                </a:solidFill>
              </a:rPr>
              <a:t>terms</a:t>
            </a:r>
            <a:r>
              <a:rPr lang="it-IT" sz="1000">
                <a:solidFill>
                  <a:srgbClr val="FF0000"/>
                </a:solidFill>
              </a:rPr>
              <a:t> of </a:t>
            </a:r>
            <a:r>
              <a:rPr lang="it-IT" sz="1000" err="1">
                <a:solidFill>
                  <a:srgbClr val="FF0000"/>
                </a:solidFill>
              </a:rPr>
              <a:t>how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it</a:t>
            </a:r>
            <a:r>
              <a:rPr lang="it-IT" sz="1000">
                <a:solidFill>
                  <a:srgbClr val="FF0000"/>
                </a:solidFill>
              </a:rPr>
              <a:t> showcases agency </a:t>
            </a:r>
            <a:r>
              <a:rPr lang="it-IT" sz="1000" err="1">
                <a:solidFill>
                  <a:srgbClr val="FF0000"/>
                </a:solidFill>
              </a:rPr>
              <a:t>profiles</a:t>
            </a:r>
            <a:r>
              <a:rPr lang="it-IT" sz="1000">
                <a:solidFill>
                  <a:srgbClr val="FF0000"/>
                </a:solidFill>
              </a:rPr>
              <a:t>.</a:t>
            </a:r>
          </a:p>
          <a:p>
            <a:r>
              <a:rPr lang="it-IT" sz="1000" err="1">
                <a:solidFill>
                  <a:srgbClr val="FF0000"/>
                </a:solidFill>
              </a:rPr>
              <a:t>It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is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therefore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essential</a:t>
            </a:r>
            <a:r>
              <a:rPr lang="it-IT" sz="1000">
                <a:solidFill>
                  <a:srgbClr val="FF0000"/>
                </a:solidFill>
              </a:rPr>
              <a:t> </a:t>
            </a:r>
            <a:r>
              <a:rPr lang="it-IT" sz="1000" err="1">
                <a:solidFill>
                  <a:srgbClr val="FF0000"/>
                </a:solidFill>
              </a:rPr>
              <a:t>that</a:t>
            </a:r>
            <a:r>
              <a:rPr lang="it-IT" sz="1000">
                <a:solidFill>
                  <a:srgbClr val="FF0000"/>
                </a:solidFill>
              </a:rPr>
              <a:t> the pages </a:t>
            </a:r>
            <a:r>
              <a:rPr lang="it-IT" sz="1000" err="1">
                <a:solidFill>
                  <a:srgbClr val="FF0000"/>
                </a:solidFill>
              </a:rPr>
              <a:t>adopt</a:t>
            </a:r>
            <a:r>
              <a:rPr lang="it-IT" sz="1000">
                <a:solidFill>
                  <a:srgbClr val="FF0000"/>
                </a:solidFill>
              </a:rPr>
              <a:t> a </a:t>
            </a:r>
            <a:r>
              <a:rPr lang="it-IT" sz="1000" err="1">
                <a:solidFill>
                  <a:srgbClr val="FF0000"/>
                </a:solidFill>
              </a:rPr>
              <a:t>refined</a:t>
            </a:r>
            <a:r>
              <a:rPr lang="it-IT" sz="1000">
                <a:solidFill>
                  <a:srgbClr val="FF0000"/>
                </a:solidFill>
              </a:rPr>
              <a:t>, </a:t>
            </a:r>
            <a:r>
              <a:rPr lang="it-IT" sz="1000" err="1">
                <a:solidFill>
                  <a:srgbClr val="FF0000"/>
                </a:solidFill>
              </a:rPr>
              <a:t>futuristic</a:t>
            </a:r>
            <a:r>
              <a:rPr lang="it-IT" sz="1000">
                <a:solidFill>
                  <a:srgbClr val="FF0000"/>
                </a:solidFill>
              </a:rPr>
              <a:t> dark look and </a:t>
            </a:r>
            <a:r>
              <a:rPr lang="it-IT" sz="1000" err="1">
                <a:solidFill>
                  <a:srgbClr val="FF0000"/>
                </a:solidFill>
              </a:rPr>
              <a:t>feel</a:t>
            </a:r>
            <a:r>
              <a:rPr lang="it-IT" sz="1000">
                <a:solidFill>
                  <a:srgbClr val="FF0000"/>
                </a:solidFill>
              </a:rPr>
              <a:t>, in line with the </a:t>
            </a:r>
            <a:r>
              <a:rPr lang="it-IT" sz="1000" err="1">
                <a:solidFill>
                  <a:srgbClr val="FF0000"/>
                </a:solidFill>
              </a:rPr>
              <a:t>example</a:t>
            </a:r>
            <a:r>
              <a:rPr lang="it-IT" sz="1000">
                <a:solidFill>
                  <a:srgbClr val="FF0000"/>
                </a:solidFill>
              </a:rPr>
              <a:t> I </a:t>
            </a:r>
            <a:r>
              <a:rPr lang="it-IT" sz="1000" err="1">
                <a:solidFill>
                  <a:srgbClr val="FF0000"/>
                </a:solidFill>
              </a:rPr>
              <a:t>am</a:t>
            </a:r>
            <a:r>
              <a:rPr lang="it-IT" sz="1000">
                <a:solidFill>
                  <a:srgbClr val="FF0000"/>
                </a:solidFill>
              </a:rPr>
              <a:t> sharing with </a:t>
            </a:r>
            <a:r>
              <a:rPr lang="it-IT" sz="1000" err="1">
                <a:solidFill>
                  <a:srgbClr val="FF0000"/>
                </a:solidFill>
              </a:rPr>
              <a:t>you</a:t>
            </a:r>
            <a:r>
              <a:rPr lang="it-IT" sz="100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6" name="Immagine 45" descr="Immagine che contiene testo, schermata, Marchio, Sito Web&#10;&#10;Il contenuto generato dall'IA potrebbe non essere corretto.">
            <a:extLst>
              <a:ext uri="{FF2B5EF4-FFF2-40B4-BE49-F238E27FC236}">
                <a16:creationId xmlns:a16="http://schemas.microsoft.com/office/drawing/2014/main" id="{B4A89D83-43AF-69C3-A5FF-1067934986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91" b="17233"/>
          <a:stretch>
            <a:fillRect/>
          </a:stretch>
        </p:blipFill>
        <p:spPr>
          <a:xfrm>
            <a:off x="108955" y="1992426"/>
            <a:ext cx="2327292" cy="3821620"/>
          </a:xfrm>
          <a:prstGeom prst="rect">
            <a:avLst/>
          </a:prstGeom>
        </p:spPr>
      </p:pic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472378C8-ADA0-FD9C-8BAA-3597BB8AAD62}"/>
              </a:ext>
            </a:extLst>
          </p:cNvPr>
          <p:cNvCxnSpPr>
            <a:stCxn id="44" idx="2"/>
            <a:endCxn id="46" idx="2"/>
          </p:cNvCxnSpPr>
          <p:nvPr/>
        </p:nvCxnSpPr>
        <p:spPr>
          <a:xfrm rot="5400000">
            <a:off x="2221042" y="4776513"/>
            <a:ext cx="89092" cy="1985974"/>
          </a:xfrm>
          <a:prstGeom prst="bentConnector3">
            <a:avLst>
              <a:gd name="adj1" fmla="val 35658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01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8582-8573-EABE-52F0-B2D4E672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arentesi graffa aperta 42">
            <a:extLst>
              <a:ext uri="{FF2B5EF4-FFF2-40B4-BE49-F238E27FC236}">
                <a16:creationId xmlns:a16="http://schemas.microsoft.com/office/drawing/2014/main" id="{D2E4C18E-963E-65C9-77CE-5CDD89F46099}"/>
              </a:ext>
            </a:extLst>
          </p:cNvPr>
          <p:cNvSpPr/>
          <p:nvPr/>
        </p:nvSpPr>
        <p:spPr>
          <a:xfrm>
            <a:off x="3331394" y="2268301"/>
            <a:ext cx="438121" cy="2419203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B05BB40-3250-025D-2F88-8ACA16A6243C}"/>
              </a:ext>
            </a:extLst>
          </p:cNvPr>
          <p:cNvSpPr txBox="1"/>
          <p:nvPr/>
        </p:nvSpPr>
        <p:spPr>
          <a:xfrm>
            <a:off x="2098280" y="2400967"/>
            <a:ext cx="1242562" cy="33239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</a:rPr>
              <a:t>Fancy </a:t>
            </a:r>
            <a:r>
              <a:rPr lang="it-IT" sz="1000" dirty="0" err="1">
                <a:solidFill>
                  <a:srgbClr val="FF0000"/>
                </a:solidFill>
              </a:rPr>
              <a:t>but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not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enough</a:t>
            </a:r>
            <a:r>
              <a:rPr lang="it-IT" sz="1000" dirty="0">
                <a:solidFill>
                  <a:srgbClr val="FF0000"/>
                </a:solidFill>
              </a:rPr>
              <a:t>. </a:t>
            </a:r>
          </a:p>
          <a:p>
            <a:r>
              <a:rPr lang="it-IT" sz="1000" dirty="0" err="1">
                <a:solidFill>
                  <a:srgbClr val="FF0000"/>
                </a:solidFill>
              </a:rPr>
              <a:t>We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should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also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consider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that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we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will</a:t>
            </a:r>
            <a:r>
              <a:rPr lang="it-IT" sz="1000" dirty="0">
                <a:solidFill>
                  <a:srgbClr val="FF0000"/>
                </a:solidFill>
              </a:rPr>
              <a:t> be positioning and selling the </a:t>
            </a:r>
            <a:r>
              <a:rPr lang="it-IT" sz="1000" dirty="0" err="1">
                <a:solidFill>
                  <a:srgbClr val="FF0000"/>
                </a:solidFill>
              </a:rPr>
              <a:t>platform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partly</a:t>
            </a:r>
            <a:r>
              <a:rPr lang="it-IT" sz="1000" dirty="0">
                <a:solidFill>
                  <a:srgbClr val="FF0000"/>
                </a:solidFill>
              </a:rPr>
              <a:t> on </a:t>
            </a:r>
            <a:r>
              <a:rPr lang="it-IT" sz="1000" dirty="0" err="1">
                <a:solidFill>
                  <a:srgbClr val="FF0000"/>
                </a:solidFill>
              </a:rPr>
              <a:t>its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aesthetic</a:t>
            </a:r>
            <a:r>
              <a:rPr lang="it-IT" sz="1000" dirty="0">
                <a:solidFill>
                  <a:srgbClr val="FF0000"/>
                </a:solidFill>
              </a:rPr>
              <a:t> appeal, </a:t>
            </a:r>
            <a:r>
              <a:rPr lang="it-IT" sz="1000" dirty="0" err="1">
                <a:solidFill>
                  <a:srgbClr val="FF0000"/>
                </a:solidFill>
              </a:rPr>
              <a:t>particularly</a:t>
            </a:r>
            <a:r>
              <a:rPr lang="it-IT" sz="1000" dirty="0">
                <a:solidFill>
                  <a:srgbClr val="FF0000"/>
                </a:solidFill>
              </a:rPr>
              <a:t> in </a:t>
            </a:r>
            <a:r>
              <a:rPr lang="it-IT" sz="1000" dirty="0" err="1">
                <a:solidFill>
                  <a:srgbClr val="FF0000"/>
                </a:solidFill>
              </a:rPr>
              <a:t>terms</a:t>
            </a:r>
            <a:r>
              <a:rPr lang="it-IT" sz="1000" dirty="0">
                <a:solidFill>
                  <a:srgbClr val="FF0000"/>
                </a:solidFill>
              </a:rPr>
              <a:t> of </a:t>
            </a:r>
            <a:r>
              <a:rPr lang="it-IT" sz="1000" dirty="0" err="1">
                <a:solidFill>
                  <a:srgbClr val="FF0000"/>
                </a:solidFill>
              </a:rPr>
              <a:t>how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it</a:t>
            </a:r>
            <a:r>
              <a:rPr lang="it-IT" sz="1000" dirty="0">
                <a:solidFill>
                  <a:srgbClr val="FF0000"/>
                </a:solidFill>
              </a:rPr>
              <a:t> showcases agency </a:t>
            </a:r>
            <a:r>
              <a:rPr lang="it-IT" sz="1000" dirty="0" err="1">
                <a:solidFill>
                  <a:srgbClr val="FF0000"/>
                </a:solidFill>
              </a:rPr>
              <a:t>profiles</a:t>
            </a:r>
            <a:r>
              <a:rPr lang="it-IT" sz="1000" dirty="0">
                <a:solidFill>
                  <a:srgbClr val="FF0000"/>
                </a:solidFill>
              </a:rPr>
              <a:t>.</a:t>
            </a:r>
          </a:p>
          <a:p>
            <a:r>
              <a:rPr lang="it-IT" sz="1000" dirty="0" err="1">
                <a:solidFill>
                  <a:srgbClr val="FF0000"/>
                </a:solidFill>
              </a:rPr>
              <a:t>It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is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therefore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essential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that</a:t>
            </a:r>
            <a:r>
              <a:rPr lang="it-IT" sz="1000" dirty="0">
                <a:solidFill>
                  <a:srgbClr val="FF0000"/>
                </a:solidFill>
              </a:rPr>
              <a:t> the pages </a:t>
            </a:r>
            <a:r>
              <a:rPr lang="it-IT" sz="1000" dirty="0" err="1">
                <a:solidFill>
                  <a:srgbClr val="FF0000"/>
                </a:solidFill>
              </a:rPr>
              <a:t>adopt</a:t>
            </a:r>
            <a:r>
              <a:rPr lang="it-IT" sz="1000" dirty="0">
                <a:solidFill>
                  <a:srgbClr val="FF0000"/>
                </a:solidFill>
              </a:rPr>
              <a:t> a </a:t>
            </a:r>
            <a:r>
              <a:rPr lang="it-IT" sz="1000" dirty="0" err="1">
                <a:solidFill>
                  <a:srgbClr val="FF0000"/>
                </a:solidFill>
              </a:rPr>
              <a:t>refined</a:t>
            </a:r>
            <a:r>
              <a:rPr lang="it-IT" sz="1000" dirty="0">
                <a:solidFill>
                  <a:srgbClr val="FF0000"/>
                </a:solidFill>
              </a:rPr>
              <a:t>, </a:t>
            </a:r>
            <a:r>
              <a:rPr lang="it-IT" sz="1000" dirty="0" err="1">
                <a:solidFill>
                  <a:srgbClr val="FF0000"/>
                </a:solidFill>
              </a:rPr>
              <a:t>futuristic</a:t>
            </a:r>
            <a:r>
              <a:rPr lang="it-IT" sz="1000" dirty="0">
                <a:solidFill>
                  <a:srgbClr val="FF0000"/>
                </a:solidFill>
              </a:rPr>
              <a:t> dark look and </a:t>
            </a:r>
            <a:r>
              <a:rPr lang="it-IT" sz="1000" dirty="0" err="1">
                <a:solidFill>
                  <a:srgbClr val="FF0000"/>
                </a:solidFill>
              </a:rPr>
              <a:t>feel</a:t>
            </a:r>
            <a:r>
              <a:rPr lang="it-IT" sz="1000" dirty="0">
                <a:solidFill>
                  <a:srgbClr val="FF0000"/>
                </a:solidFill>
              </a:rPr>
              <a:t>, in line with the </a:t>
            </a:r>
            <a:r>
              <a:rPr lang="it-IT" sz="1000" dirty="0" err="1">
                <a:solidFill>
                  <a:srgbClr val="FF0000"/>
                </a:solidFill>
              </a:rPr>
              <a:t>example</a:t>
            </a:r>
            <a:r>
              <a:rPr lang="it-IT" sz="1000" dirty="0">
                <a:solidFill>
                  <a:srgbClr val="FF0000"/>
                </a:solidFill>
              </a:rPr>
              <a:t> I </a:t>
            </a:r>
            <a:r>
              <a:rPr lang="it-IT" sz="1000" dirty="0" err="1">
                <a:solidFill>
                  <a:srgbClr val="FF0000"/>
                </a:solidFill>
              </a:rPr>
              <a:t>am</a:t>
            </a:r>
            <a:r>
              <a:rPr lang="it-IT" sz="1000" dirty="0">
                <a:solidFill>
                  <a:srgbClr val="FF0000"/>
                </a:solidFill>
              </a:rPr>
              <a:t> sharing with </a:t>
            </a:r>
            <a:r>
              <a:rPr lang="it-IT" sz="1000" dirty="0" err="1">
                <a:solidFill>
                  <a:srgbClr val="FF0000"/>
                </a:solidFill>
              </a:rPr>
              <a:t>you</a:t>
            </a:r>
            <a:r>
              <a:rPr lang="it-IT" sz="10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6" name="Immagine 45" descr="Immagine che contiene testo, schermata, Marchio, Sito Web&#10;&#10;Il contenuto generato dall'IA potrebbe non essere corretto.">
            <a:extLst>
              <a:ext uri="{FF2B5EF4-FFF2-40B4-BE49-F238E27FC236}">
                <a16:creationId xmlns:a16="http://schemas.microsoft.com/office/drawing/2014/main" id="{B8560607-8628-E6AD-6F1E-1B6E0E3F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91" b="17233"/>
          <a:stretch>
            <a:fillRect/>
          </a:stretch>
        </p:blipFill>
        <p:spPr>
          <a:xfrm>
            <a:off x="-141302" y="1992426"/>
            <a:ext cx="2327292" cy="3821620"/>
          </a:xfrm>
          <a:prstGeom prst="rect">
            <a:avLst/>
          </a:prstGeom>
        </p:spPr>
      </p:pic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ABF8BBE8-890E-1189-06A4-6D17C786F621}"/>
              </a:ext>
            </a:extLst>
          </p:cNvPr>
          <p:cNvCxnSpPr>
            <a:stCxn id="44" idx="2"/>
            <a:endCxn id="46" idx="2"/>
          </p:cNvCxnSpPr>
          <p:nvPr/>
        </p:nvCxnSpPr>
        <p:spPr>
          <a:xfrm rot="5400000">
            <a:off x="1826407" y="4920892"/>
            <a:ext cx="89092" cy="1697217"/>
          </a:xfrm>
          <a:prstGeom prst="bentConnector3">
            <a:avLst>
              <a:gd name="adj1" fmla="val 356589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schermata, software, Software multimedial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CCB53A70-38B3-C560-F713-E4747D151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803"/>
          <a:stretch>
            <a:fillRect/>
          </a:stretch>
        </p:blipFill>
        <p:spPr>
          <a:xfrm>
            <a:off x="3832626" y="114091"/>
            <a:ext cx="3637116" cy="4573751"/>
          </a:xfrm>
          <a:prstGeom prst="rect">
            <a:avLst/>
          </a:prstGeom>
        </p:spPr>
      </p:pic>
      <p:pic>
        <p:nvPicPr>
          <p:cNvPr id="4" name="Immagine 3" descr="Immagine che contiene schermata, software, Software multimedial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C6ADC237-9025-0D6A-A9D4-891130414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03"/>
          <a:stretch>
            <a:fillRect/>
          </a:stretch>
        </p:blipFill>
        <p:spPr>
          <a:xfrm>
            <a:off x="8403595" y="685147"/>
            <a:ext cx="3637116" cy="4573751"/>
          </a:xfrm>
          <a:prstGeom prst="rect">
            <a:avLst/>
          </a:prstGeom>
        </p:spPr>
      </p:pic>
      <p:sp>
        <p:nvSpPr>
          <p:cNvPr id="29" name="Rettangolo 28">
            <a:extLst>
              <a:ext uri="{FF2B5EF4-FFF2-40B4-BE49-F238E27FC236}">
                <a16:creationId xmlns:a16="http://schemas.microsoft.com/office/drawing/2014/main" id="{23900004-E2C9-BB16-4FE2-01A577953FA6}"/>
              </a:ext>
            </a:extLst>
          </p:cNvPr>
          <p:cNvSpPr/>
          <p:nvPr/>
        </p:nvSpPr>
        <p:spPr>
          <a:xfrm>
            <a:off x="3863399" y="2391325"/>
            <a:ext cx="3528803" cy="5058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diritto a freccia 29">
            <a:extLst>
              <a:ext uri="{FF2B5EF4-FFF2-40B4-BE49-F238E27FC236}">
                <a16:creationId xmlns:a16="http://schemas.microsoft.com/office/drawing/2014/main" id="{3565551F-D64D-F101-A20C-EBA57E8DDFBC}"/>
              </a:ext>
            </a:extLst>
          </p:cNvPr>
          <p:cNvCxnSpPr>
            <a:cxnSpLocks/>
            <a:stCxn id="17" idx="0"/>
            <a:endCxn id="10" idx="2"/>
          </p:cNvCxnSpPr>
          <p:nvPr/>
        </p:nvCxnSpPr>
        <p:spPr>
          <a:xfrm flipV="1">
            <a:off x="5232450" y="4681555"/>
            <a:ext cx="395350" cy="1856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E7ADEAF-EA71-391B-DCD6-25AED2125CA9}"/>
              </a:ext>
            </a:extLst>
          </p:cNvPr>
          <p:cNvSpPr txBox="1"/>
          <p:nvPr/>
        </p:nvSpPr>
        <p:spPr>
          <a:xfrm>
            <a:off x="5747715" y="1421307"/>
            <a:ext cx="24690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</a:rPr>
              <a:t>Not </a:t>
            </a:r>
            <a:r>
              <a:rPr lang="it-IT" sz="1000" dirty="0" err="1">
                <a:solidFill>
                  <a:srgbClr val="FF0000"/>
                </a:solidFill>
              </a:rPr>
              <a:t>all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these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numbers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need</a:t>
            </a:r>
            <a:r>
              <a:rPr lang="it-IT" sz="1000" dirty="0">
                <a:solidFill>
                  <a:srgbClr val="FF0000"/>
                </a:solidFill>
              </a:rPr>
              <a:t> a graphic.</a:t>
            </a:r>
            <a:br>
              <a:rPr lang="it-IT" sz="1000" dirty="0">
                <a:solidFill>
                  <a:srgbClr val="FF0000"/>
                </a:solidFill>
              </a:rPr>
            </a:br>
            <a:r>
              <a:rPr lang="it-IT" sz="1000" dirty="0">
                <a:solidFill>
                  <a:srgbClr val="FF0000"/>
                </a:solidFill>
              </a:rPr>
              <a:t>People </a:t>
            </a:r>
            <a:r>
              <a:rPr lang="it-IT" sz="1000" dirty="0" err="1">
                <a:solidFill>
                  <a:srgbClr val="FF0000"/>
                </a:solidFill>
              </a:rPr>
              <a:t>need</a:t>
            </a:r>
            <a:r>
              <a:rPr lang="it-IT" sz="1000" dirty="0">
                <a:solidFill>
                  <a:srgbClr val="FF0000"/>
                </a:solidFill>
              </a:rPr>
              <a:t> an </a:t>
            </a:r>
            <a:r>
              <a:rPr lang="it-IT" sz="1000" dirty="0" err="1">
                <a:solidFill>
                  <a:srgbClr val="FF0000"/>
                </a:solidFill>
              </a:rPr>
              <a:t>icon</a:t>
            </a:r>
            <a:endParaRPr lang="it-IT" sz="1000" dirty="0">
              <a:solidFill>
                <a:srgbClr val="FF0000"/>
              </a:solidFill>
            </a:endParaRPr>
          </a:p>
          <a:p>
            <a:r>
              <a:rPr lang="it-IT" sz="1000" dirty="0" err="1">
                <a:solidFill>
                  <a:srgbClr val="FF0000"/>
                </a:solidFill>
              </a:rPr>
              <a:t>Founded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need</a:t>
            </a:r>
            <a:r>
              <a:rPr lang="it-IT" sz="1000" dirty="0">
                <a:solidFill>
                  <a:srgbClr val="FF0000"/>
                </a:solidFill>
              </a:rPr>
              <a:t> an </a:t>
            </a:r>
            <a:r>
              <a:rPr lang="it-IT" sz="1000" dirty="0" err="1">
                <a:solidFill>
                  <a:srgbClr val="FF0000"/>
                </a:solidFill>
              </a:rPr>
              <a:t>icon</a:t>
            </a:r>
            <a:endParaRPr lang="it-IT" sz="1000" dirty="0">
              <a:solidFill>
                <a:srgbClr val="FF0000"/>
              </a:solidFill>
            </a:endParaRPr>
          </a:p>
          <a:p>
            <a:r>
              <a:rPr lang="it-IT" sz="1000" dirty="0">
                <a:solidFill>
                  <a:srgbClr val="FF0000"/>
                </a:solidFill>
              </a:rPr>
              <a:t>Award </a:t>
            </a:r>
            <a:r>
              <a:rPr lang="it-IT" sz="1000" dirty="0" err="1">
                <a:solidFill>
                  <a:srgbClr val="FF0000"/>
                </a:solidFill>
              </a:rPr>
              <a:t>need</a:t>
            </a:r>
            <a:r>
              <a:rPr lang="it-IT" sz="1000" dirty="0">
                <a:solidFill>
                  <a:srgbClr val="FF0000"/>
                </a:solidFill>
              </a:rPr>
              <a:t> an </a:t>
            </a:r>
            <a:r>
              <a:rPr lang="it-IT" sz="1000" dirty="0" err="1">
                <a:solidFill>
                  <a:srgbClr val="FF0000"/>
                </a:solidFill>
              </a:rPr>
              <a:t>icon</a:t>
            </a:r>
            <a:endParaRPr lang="it-IT" sz="1000" dirty="0">
              <a:solidFill>
                <a:srgbClr val="FF0000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335ADFC-6698-B155-C49E-237ED46B8325}"/>
              </a:ext>
            </a:extLst>
          </p:cNvPr>
          <p:cNvSpPr/>
          <p:nvPr/>
        </p:nvSpPr>
        <p:spPr>
          <a:xfrm>
            <a:off x="3863398" y="2972023"/>
            <a:ext cx="3528803" cy="17095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113D6A3-BCBA-D938-7869-F228E573946B}"/>
              </a:ext>
            </a:extLst>
          </p:cNvPr>
          <p:cNvSpPr txBox="1"/>
          <p:nvPr/>
        </p:nvSpPr>
        <p:spPr>
          <a:xfrm>
            <a:off x="4221056" y="4867231"/>
            <a:ext cx="2022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 err="1">
                <a:solidFill>
                  <a:srgbClr val="FF0000"/>
                </a:solidFill>
              </a:rPr>
              <a:t>Theese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graphs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ar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not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rapresenting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relevant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things</a:t>
            </a:r>
            <a:endParaRPr lang="it-IT" sz="1000" dirty="0">
              <a:solidFill>
                <a:srgbClr val="FF0000"/>
              </a:solidFill>
            </a:endParaRPr>
          </a:p>
        </p:txBody>
      </p:sp>
      <p:cxnSp>
        <p:nvCxnSpPr>
          <p:cNvPr id="26" name="Connettore diritto a freccia 25">
            <a:extLst>
              <a:ext uri="{FF2B5EF4-FFF2-40B4-BE49-F238E27FC236}">
                <a16:creationId xmlns:a16="http://schemas.microsoft.com/office/drawing/2014/main" id="{2643BB80-ACAC-CDC2-4203-EF268CAAD50F}"/>
              </a:ext>
            </a:extLst>
          </p:cNvPr>
          <p:cNvCxnSpPr>
            <a:cxnSpLocks/>
            <a:stCxn id="31" idx="2"/>
            <a:endCxn id="29" idx="0"/>
          </p:cNvCxnSpPr>
          <p:nvPr/>
        </p:nvCxnSpPr>
        <p:spPr>
          <a:xfrm flipH="1">
            <a:off x="5627801" y="2129193"/>
            <a:ext cx="1354453" cy="2621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32">
            <a:extLst>
              <a:ext uri="{FF2B5EF4-FFF2-40B4-BE49-F238E27FC236}">
                <a16:creationId xmlns:a16="http://schemas.microsoft.com/office/drawing/2014/main" id="{D005540F-472C-539A-070F-ADB3A6FD7012}"/>
              </a:ext>
            </a:extLst>
          </p:cNvPr>
          <p:cNvSpPr/>
          <p:nvPr/>
        </p:nvSpPr>
        <p:spPr>
          <a:xfrm>
            <a:off x="8457751" y="2333574"/>
            <a:ext cx="3528803" cy="5058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756525D-D27B-209F-004D-F286EC0CFD26}"/>
              </a:ext>
            </a:extLst>
          </p:cNvPr>
          <p:cNvSpPr txBox="1"/>
          <p:nvPr/>
        </p:nvSpPr>
        <p:spPr>
          <a:xfrm>
            <a:off x="8883947" y="5724954"/>
            <a:ext cx="2469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</a:rPr>
              <a:t>I like </a:t>
            </a:r>
            <a:r>
              <a:rPr lang="it-IT" sz="1000" dirty="0" err="1">
                <a:solidFill>
                  <a:srgbClr val="FF0000"/>
                </a:solidFill>
              </a:rPr>
              <a:t>it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but</a:t>
            </a:r>
            <a:r>
              <a:rPr lang="it-IT" sz="1000" dirty="0">
                <a:solidFill>
                  <a:srgbClr val="FF0000"/>
                </a:solidFill>
              </a:rPr>
              <a:t> from </a:t>
            </a:r>
            <a:r>
              <a:rPr lang="it-IT" sz="1000" dirty="0" err="1">
                <a:solidFill>
                  <a:srgbClr val="FF0000"/>
                </a:solidFill>
              </a:rPr>
              <a:t>where</a:t>
            </a:r>
            <a:r>
              <a:rPr lang="it-IT" sz="1000" dirty="0">
                <a:solidFill>
                  <a:srgbClr val="FF0000"/>
                </a:solidFill>
              </a:rPr>
              <a:t> </a:t>
            </a:r>
            <a:r>
              <a:rPr lang="it-IT" sz="1000" dirty="0" err="1">
                <a:solidFill>
                  <a:srgbClr val="FF0000"/>
                </a:solidFill>
              </a:rPr>
              <a:t>they</a:t>
            </a:r>
            <a:r>
              <a:rPr lang="it-IT" sz="1000" dirty="0">
                <a:solidFill>
                  <a:srgbClr val="FF0000"/>
                </a:solidFill>
              </a:rPr>
              <a:t> can </a:t>
            </a:r>
            <a:r>
              <a:rPr lang="it-IT" sz="1000" dirty="0" err="1">
                <a:solidFill>
                  <a:srgbClr val="FF0000"/>
                </a:solidFill>
              </a:rPr>
              <a:t>select</a:t>
            </a:r>
            <a:r>
              <a:rPr lang="it-IT" sz="1000" dirty="0">
                <a:solidFill>
                  <a:srgbClr val="FF0000"/>
                </a:solidFill>
              </a:rPr>
              <a:t> or </a:t>
            </a:r>
            <a:r>
              <a:rPr lang="it-IT" sz="1000" dirty="0" err="1">
                <a:solidFill>
                  <a:srgbClr val="FF0000"/>
                </a:solidFill>
              </a:rPr>
              <a:t>add</a:t>
            </a:r>
            <a:r>
              <a:rPr lang="it-IT" sz="1000" dirty="0">
                <a:solidFill>
                  <a:srgbClr val="FF0000"/>
                </a:solidFill>
              </a:rPr>
              <a:t> clients the can/</a:t>
            </a:r>
            <a:r>
              <a:rPr lang="it-IT" sz="1000" dirty="0" err="1">
                <a:solidFill>
                  <a:srgbClr val="FF0000"/>
                </a:solidFill>
              </a:rPr>
              <a:t>want</a:t>
            </a:r>
            <a:r>
              <a:rPr lang="it-IT" sz="1000" dirty="0">
                <a:solidFill>
                  <a:srgbClr val="FF0000"/>
                </a:solidFill>
              </a:rPr>
              <a:t> to show?</a:t>
            </a:r>
          </a:p>
        </p:txBody>
      </p:sp>
      <p:cxnSp>
        <p:nvCxnSpPr>
          <p:cNvPr id="38" name="Connettore diritto a freccia 37">
            <a:extLst>
              <a:ext uri="{FF2B5EF4-FFF2-40B4-BE49-F238E27FC236}">
                <a16:creationId xmlns:a16="http://schemas.microsoft.com/office/drawing/2014/main" id="{2A525AD9-C63D-AB5F-F2D9-EC12D022EC79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0118486" y="2839453"/>
            <a:ext cx="103667" cy="28855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0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FEFEB-9F96-266F-558E-2EEB0FD2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FCBA1E-4AFF-5F26-E334-8FA7D83E5BCE}"/>
              </a:ext>
            </a:extLst>
          </p:cNvPr>
          <p:cNvSpPr txBox="1"/>
          <p:nvPr/>
        </p:nvSpPr>
        <p:spPr>
          <a:xfrm>
            <a:off x="1428532" y="1118779"/>
            <a:ext cx="97096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Important</a:t>
            </a:r>
            <a:r>
              <a:rPr lang="it-IT"/>
              <a:t> </a:t>
            </a:r>
            <a:r>
              <a:rPr lang="it-IT" err="1"/>
              <a:t>things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are </a:t>
            </a:r>
            <a:r>
              <a:rPr lang="it-IT" err="1"/>
              <a:t>missing</a:t>
            </a:r>
            <a:r>
              <a:rPr lang="it-IT"/>
              <a:t> on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moke</a:t>
            </a:r>
            <a:r>
              <a:rPr lang="it-IT"/>
              <a:t> up:</a:t>
            </a:r>
          </a:p>
          <a:p>
            <a:pPr marL="342900" indent="-342900">
              <a:buAutoNum type="arabicParenR"/>
            </a:pPr>
            <a:r>
              <a:rPr lang="it-IT" err="1"/>
              <a:t>Anyone</a:t>
            </a:r>
            <a:r>
              <a:rPr lang="it-IT"/>
              <a:t> by </a:t>
            </a:r>
            <a:r>
              <a:rPr lang="it-IT" err="1"/>
              <a:t>using</a:t>
            </a:r>
            <a:r>
              <a:rPr lang="it-IT"/>
              <a:t> company domain can create an account</a:t>
            </a:r>
          </a:p>
          <a:p>
            <a:pPr marL="342900" indent="-342900">
              <a:buAutoNum type="arabicParenR"/>
            </a:pPr>
            <a:r>
              <a:rPr lang="it-IT"/>
              <a:t>Once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 account </a:t>
            </a:r>
            <a:r>
              <a:rPr lang="it-IT" err="1"/>
              <a:t>you</a:t>
            </a:r>
            <a:r>
              <a:rPr lang="it-IT"/>
              <a:t> must </a:t>
            </a:r>
            <a:r>
              <a:rPr lang="it-IT" err="1"/>
              <a:t>classify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 account: </a:t>
            </a:r>
            <a:r>
              <a:rPr lang="it-IT" err="1"/>
              <a:t>vendor</a:t>
            </a:r>
            <a:r>
              <a:rPr lang="it-IT"/>
              <a:t> or client</a:t>
            </a:r>
          </a:p>
          <a:p>
            <a:pPr marL="342900" indent="-342900">
              <a:buAutoNum type="arabicParenR"/>
            </a:pP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are a </a:t>
            </a:r>
            <a:r>
              <a:rPr lang="it-IT" err="1"/>
              <a:t>vendor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can </a:t>
            </a:r>
            <a:r>
              <a:rPr lang="it-IT" err="1"/>
              <a:t>add</a:t>
            </a:r>
            <a:r>
              <a:rPr lang="it-IT"/>
              <a:t> on </a:t>
            </a:r>
            <a:r>
              <a:rPr lang="it-IT" err="1"/>
              <a:t>your</a:t>
            </a:r>
            <a:r>
              <a:rPr lang="it-IT"/>
              <a:t> panel </a:t>
            </a:r>
            <a:r>
              <a:rPr lang="it-IT" err="1"/>
              <a:t>your</a:t>
            </a:r>
            <a:r>
              <a:rPr lang="it-IT"/>
              <a:t> agency, </a:t>
            </a:r>
            <a:r>
              <a:rPr lang="it-IT" err="1"/>
              <a:t>your</a:t>
            </a:r>
            <a:r>
              <a:rPr lang="it-IT"/>
              <a:t> production company or </a:t>
            </a:r>
            <a:r>
              <a:rPr lang="it-IT" err="1"/>
              <a:t>both</a:t>
            </a:r>
            <a:endParaRPr lang="it-IT"/>
          </a:p>
          <a:p>
            <a:pPr marL="342900" indent="-342900">
              <a:buAutoNum type="arabicParenR"/>
            </a:pP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are a </a:t>
            </a:r>
            <a:r>
              <a:rPr lang="it-IT" err="1"/>
              <a:t>vendor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can </a:t>
            </a:r>
            <a:r>
              <a:rPr lang="it-IT" err="1"/>
              <a:t>see</a:t>
            </a:r>
            <a:r>
              <a:rPr lang="it-IT"/>
              <a:t> and </a:t>
            </a:r>
            <a:r>
              <a:rPr lang="it-IT" err="1"/>
              <a:t>manage</a:t>
            </a:r>
            <a:r>
              <a:rPr lang="it-IT"/>
              <a:t> just </a:t>
            </a:r>
            <a:r>
              <a:rPr lang="it-IT" err="1"/>
              <a:t>your</a:t>
            </a:r>
            <a:r>
              <a:rPr lang="it-IT"/>
              <a:t> companies,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cannot</a:t>
            </a:r>
            <a:r>
              <a:rPr lang="it-IT"/>
              <a:t> </a:t>
            </a:r>
            <a:r>
              <a:rPr lang="it-IT" err="1"/>
              <a:t>see</a:t>
            </a:r>
            <a:r>
              <a:rPr lang="it-IT"/>
              <a:t> </a:t>
            </a:r>
            <a:r>
              <a:rPr lang="it-IT" err="1"/>
              <a:t>other</a:t>
            </a:r>
            <a:r>
              <a:rPr lang="it-IT"/>
              <a:t> </a:t>
            </a:r>
            <a:r>
              <a:rPr lang="it-IT" err="1"/>
              <a:t>infos</a:t>
            </a:r>
            <a:r>
              <a:rPr lang="it-IT"/>
              <a:t> </a:t>
            </a:r>
            <a:r>
              <a:rPr lang="it-IT" err="1"/>
              <a:t>regarding</a:t>
            </a:r>
            <a:r>
              <a:rPr lang="it-IT"/>
              <a:t> </a:t>
            </a:r>
            <a:r>
              <a:rPr lang="it-IT" err="1"/>
              <a:t>registered</a:t>
            </a:r>
            <a:r>
              <a:rPr lang="it-IT"/>
              <a:t> competitors</a:t>
            </a:r>
          </a:p>
          <a:p>
            <a:pPr marL="342900" indent="-342900">
              <a:buAutoNum type="arabicParenR"/>
            </a:pP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are a client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cannot</a:t>
            </a:r>
            <a:r>
              <a:rPr lang="it-IT"/>
              <a:t> </a:t>
            </a:r>
            <a:r>
              <a:rPr lang="it-IT" err="1"/>
              <a:t>register</a:t>
            </a:r>
            <a:r>
              <a:rPr lang="it-IT"/>
              <a:t> companies, on a free </a:t>
            </a:r>
            <a:r>
              <a:rPr lang="it-IT" err="1"/>
              <a:t>version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can </a:t>
            </a:r>
            <a:r>
              <a:rPr lang="it-IT" err="1"/>
              <a:t>see</a:t>
            </a:r>
            <a:r>
              <a:rPr lang="it-IT"/>
              <a:t> just restricted </a:t>
            </a:r>
            <a:r>
              <a:rPr lang="it-IT" err="1"/>
              <a:t>infos</a:t>
            </a:r>
            <a:r>
              <a:rPr lang="it-IT"/>
              <a:t>,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pay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can </a:t>
            </a:r>
            <a:r>
              <a:rPr lang="it-IT" err="1"/>
              <a:t>have</a:t>
            </a:r>
            <a:r>
              <a:rPr lang="it-IT"/>
              <a:t> access on more </a:t>
            </a:r>
            <a:r>
              <a:rPr lang="it-IT" err="1"/>
              <a:t>layers</a:t>
            </a:r>
            <a:r>
              <a:rPr lang="it-IT"/>
              <a:t> of </a:t>
            </a:r>
            <a:r>
              <a:rPr lang="it-IT" err="1"/>
              <a:t>infos</a:t>
            </a:r>
            <a:r>
              <a:rPr lang="it-I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3955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E63C724833A543AC7FDF5C5BC23518" ma:contentTypeVersion="19" ma:contentTypeDescription="Create a new document." ma:contentTypeScope="" ma:versionID="c17daf1382d06dc7233c9efbad3151ea">
  <xsd:schema xmlns:xsd="http://www.w3.org/2001/XMLSchema" xmlns:xs="http://www.w3.org/2001/XMLSchema" xmlns:p="http://schemas.microsoft.com/office/2006/metadata/properties" xmlns:ns2="04f5847c-0ba5-47d9-a407-aa3e38e007ac" xmlns:ns3="bd51aef4-e0a9-45c1-bbfa-9b0280524502" targetNamespace="http://schemas.microsoft.com/office/2006/metadata/properties" ma:root="true" ma:fieldsID="82d5db2a5412e93e4ea892c90419ce25" ns2:_="" ns3:_="">
    <xsd:import namespace="04f5847c-0ba5-47d9-a407-aa3e38e007ac"/>
    <xsd:import namespace="bd51aef4-e0a9-45c1-bbfa-9b0280524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f5847c-0ba5-47d9-a407-aa3e38e007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894a060-b840-4601-8d4a-360a5c1501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1aef4-e0a9-45c1-bbfa-9b0280524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209cf9-d8c3-49d4-994e-58d5fb9cc703}" ma:internalName="TaxCatchAll" ma:showField="CatchAllData" ma:web="bd51aef4-e0a9-45c1-bbfa-9b0280524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51aef4-e0a9-45c1-bbfa-9b0280524502" xsi:nil="true"/>
    <lcf76f155ced4ddcb4097134ff3c332f xmlns="04f5847c-0ba5-47d9-a407-aa3e38e007a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89434D-552C-435C-B20F-294CFD2C8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f5847c-0ba5-47d9-a407-aa3e38e007ac"/>
    <ds:schemaRef ds:uri="bd51aef4-e0a9-45c1-bbfa-9b0280524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98ECFC-9321-4B89-A701-9F0CE5A45750}">
  <ds:schemaRefs>
    <ds:schemaRef ds:uri="04f5847c-0ba5-47d9-a407-aa3e38e007ac"/>
    <ds:schemaRef ds:uri="bd51aef4-e0a9-45c1-bbfa-9b028052450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68373BB-1447-40D5-90FB-A8B71A49F2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Macintosh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Arbitrio</dc:creator>
  <cp:lastModifiedBy>Stefano Arbitrio</cp:lastModifiedBy>
  <cp:revision>4</cp:revision>
  <dcterms:created xsi:type="dcterms:W3CDTF">2026-02-26T09:34:40Z</dcterms:created>
  <dcterms:modified xsi:type="dcterms:W3CDTF">2026-03-18T23:03:59Z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0x0101006FE63C724833A543AC7FDF5C5BC23518</vt:lpwstr>
  </property>
  <property fmtid="{D5CDD505-2E9C-101B-9397-08002B2CF9AE}" pid="3" name="MediaServiceImageTags">
    <vt:lpwstr/>
  </property>
</Properties>
</file>