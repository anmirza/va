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58455" y="158686"/>
            <a:ext cx="480695" cy="30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80975"/>
            <a:ext cx="7772400" cy="61055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16750" y="237553"/>
            <a:ext cx="4813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FFFFFF"/>
                </a:solidFill>
              </a:rPr>
              <a:t>Aura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07311" y="800100"/>
            <a:ext cx="8014334" cy="2981325"/>
            <a:chOff x="1607311" y="800100"/>
            <a:chExt cx="8014334" cy="2981325"/>
          </a:xfrm>
        </p:grpSpPr>
        <p:sp>
          <p:nvSpPr>
            <p:cNvPr id="5" name="object 5"/>
            <p:cNvSpPr/>
            <p:nvPr/>
          </p:nvSpPr>
          <p:spPr>
            <a:xfrm>
              <a:off x="9286875" y="800100"/>
              <a:ext cx="330835" cy="76200"/>
            </a:xfrm>
            <a:custGeom>
              <a:avLst/>
              <a:gdLst/>
              <a:ahLst/>
              <a:cxnLst/>
              <a:rect l="l" t="t" r="r" b="b"/>
              <a:pathLst>
                <a:path w="33083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330834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330834" h="76200">
                  <a:moveTo>
                    <a:pt x="330834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330834" y="47625"/>
                  </a:lnTo>
                  <a:lnTo>
                    <a:pt x="330834" y="285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29050" y="1457325"/>
              <a:ext cx="3400425" cy="1962150"/>
            </a:xfrm>
            <a:custGeom>
              <a:avLst/>
              <a:gdLst/>
              <a:ahLst/>
              <a:cxnLst/>
              <a:rect l="l" t="t" r="r" b="b"/>
              <a:pathLst>
                <a:path w="3400425" h="1962150">
                  <a:moveTo>
                    <a:pt x="0" y="1962150"/>
                  </a:moveTo>
                  <a:lnTo>
                    <a:pt x="3400425" y="1962150"/>
                  </a:lnTo>
                  <a:lnTo>
                    <a:pt x="3400425" y="0"/>
                  </a:lnTo>
                  <a:lnTo>
                    <a:pt x="0" y="0"/>
                  </a:lnTo>
                  <a:lnTo>
                    <a:pt x="0" y="196215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29475" y="2406777"/>
              <a:ext cx="2392045" cy="240665"/>
            </a:xfrm>
            <a:custGeom>
              <a:avLst/>
              <a:gdLst/>
              <a:ahLst/>
              <a:cxnLst/>
              <a:rect l="l" t="t" r="r" b="b"/>
              <a:pathLst>
                <a:path w="2392045" h="240664">
                  <a:moveTo>
                    <a:pt x="76738" y="28493"/>
                  </a:moveTo>
                  <a:lnTo>
                    <a:pt x="75245" y="46355"/>
                  </a:lnTo>
                  <a:lnTo>
                    <a:pt x="75156" y="47412"/>
                  </a:lnTo>
                  <a:lnTo>
                    <a:pt x="2390521" y="240664"/>
                  </a:lnTo>
                  <a:lnTo>
                    <a:pt x="2392045" y="221614"/>
                  </a:lnTo>
                  <a:lnTo>
                    <a:pt x="76738" y="28493"/>
                  </a:lnTo>
                  <a:close/>
                </a:path>
                <a:path w="2392045" h="240664">
                  <a:moveTo>
                    <a:pt x="79121" y="0"/>
                  </a:moveTo>
                  <a:lnTo>
                    <a:pt x="0" y="31623"/>
                  </a:lnTo>
                  <a:lnTo>
                    <a:pt x="72771" y="75946"/>
                  </a:lnTo>
                  <a:lnTo>
                    <a:pt x="75156" y="47412"/>
                  </a:lnTo>
                  <a:lnTo>
                    <a:pt x="62483" y="46355"/>
                  </a:lnTo>
                  <a:lnTo>
                    <a:pt x="63922" y="28493"/>
                  </a:lnTo>
                  <a:lnTo>
                    <a:pt x="64007" y="27432"/>
                  </a:lnTo>
                  <a:lnTo>
                    <a:pt x="76827" y="27432"/>
                  </a:lnTo>
                  <a:lnTo>
                    <a:pt x="79121" y="0"/>
                  </a:lnTo>
                  <a:close/>
                </a:path>
                <a:path w="2392045" h="240664">
                  <a:moveTo>
                    <a:pt x="64007" y="27432"/>
                  </a:moveTo>
                  <a:lnTo>
                    <a:pt x="62483" y="46355"/>
                  </a:lnTo>
                  <a:lnTo>
                    <a:pt x="75156" y="47412"/>
                  </a:lnTo>
                  <a:lnTo>
                    <a:pt x="76738" y="28493"/>
                  </a:lnTo>
                  <a:lnTo>
                    <a:pt x="64007" y="27432"/>
                  </a:lnTo>
                  <a:close/>
                </a:path>
                <a:path w="2392045" h="240664">
                  <a:moveTo>
                    <a:pt x="76827" y="27432"/>
                  </a:moveTo>
                  <a:lnTo>
                    <a:pt x="64007" y="27432"/>
                  </a:lnTo>
                  <a:lnTo>
                    <a:pt x="76738" y="28493"/>
                  </a:lnTo>
                  <a:lnTo>
                    <a:pt x="76827" y="2743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07311" y="2781680"/>
              <a:ext cx="2999105" cy="831850"/>
            </a:xfrm>
            <a:custGeom>
              <a:avLst/>
              <a:gdLst/>
              <a:ahLst/>
              <a:cxnLst/>
              <a:rect l="l" t="t" r="r" b="b"/>
              <a:pathLst>
                <a:path w="2999104" h="831850">
                  <a:moveTo>
                    <a:pt x="2922708" y="804295"/>
                  </a:moveTo>
                  <a:lnTo>
                    <a:pt x="2915285" y="831850"/>
                  </a:lnTo>
                  <a:lnTo>
                    <a:pt x="2998724" y="814832"/>
                  </a:lnTo>
                  <a:lnTo>
                    <a:pt x="2990574" y="807593"/>
                  </a:lnTo>
                  <a:lnTo>
                    <a:pt x="2934970" y="807593"/>
                  </a:lnTo>
                  <a:lnTo>
                    <a:pt x="2922708" y="804295"/>
                  </a:lnTo>
                  <a:close/>
                </a:path>
                <a:path w="2999104" h="831850">
                  <a:moveTo>
                    <a:pt x="2927669" y="785883"/>
                  </a:moveTo>
                  <a:lnTo>
                    <a:pt x="2922708" y="804295"/>
                  </a:lnTo>
                  <a:lnTo>
                    <a:pt x="2934970" y="807593"/>
                  </a:lnTo>
                  <a:lnTo>
                    <a:pt x="2939923" y="789178"/>
                  </a:lnTo>
                  <a:lnTo>
                    <a:pt x="2927669" y="785883"/>
                  </a:lnTo>
                  <a:close/>
                </a:path>
                <a:path w="2999104" h="831850">
                  <a:moveTo>
                    <a:pt x="2935097" y="758317"/>
                  </a:moveTo>
                  <a:lnTo>
                    <a:pt x="2927669" y="785883"/>
                  </a:lnTo>
                  <a:lnTo>
                    <a:pt x="2939923" y="789178"/>
                  </a:lnTo>
                  <a:lnTo>
                    <a:pt x="2934970" y="807593"/>
                  </a:lnTo>
                  <a:lnTo>
                    <a:pt x="2990574" y="807593"/>
                  </a:lnTo>
                  <a:lnTo>
                    <a:pt x="2935097" y="758317"/>
                  </a:lnTo>
                  <a:close/>
                </a:path>
                <a:path w="2999104" h="831850">
                  <a:moveTo>
                    <a:pt x="4825" y="0"/>
                  </a:moveTo>
                  <a:lnTo>
                    <a:pt x="0" y="18288"/>
                  </a:lnTo>
                  <a:lnTo>
                    <a:pt x="2922708" y="804295"/>
                  </a:lnTo>
                  <a:lnTo>
                    <a:pt x="2927669" y="785883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10100" y="3467100"/>
              <a:ext cx="1924050" cy="304800"/>
            </a:xfrm>
            <a:custGeom>
              <a:avLst/>
              <a:gdLst/>
              <a:ahLst/>
              <a:cxnLst/>
              <a:rect l="l" t="t" r="r" b="b"/>
              <a:pathLst>
                <a:path w="1924050" h="304800">
                  <a:moveTo>
                    <a:pt x="0" y="304800"/>
                  </a:moveTo>
                  <a:lnTo>
                    <a:pt x="1924050" y="304800"/>
                  </a:lnTo>
                  <a:lnTo>
                    <a:pt x="192405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11055" y="2464053"/>
            <a:ext cx="186499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C00000"/>
                </a:solidFill>
                <a:latin typeface="Trebuchet MS"/>
                <a:cs typeface="Trebuchet MS"/>
              </a:rPr>
              <a:t>To</a:t>
            </a:r>
            <a:r>
              <a:rPr sz="950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be</a:t>
            </a:r>
            <a:r>
              <a:rPr sz="950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C00000"/>
                </a:solidFill>
                <a:latin typeface="Trebuchet MS"/>
                <a:cs typeface="Trebuchet MS"/>
              </a:rPr>
              <a:t>define,</a:t>
            </a:r>
            <a:r>
              <a:rPr sz="950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C00000"/>
                </a:solidFill>
                <a:latin typeface="Trebuchet MS"/>
                <a:cs typeface="Trebuchet MS"/>
              </a:rPr>
              <a:t>at</a:t>
            </a:r>
            <a:r>
              <a:rPr sz="950" spc="-2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this</a:t>
            </a:r>
            <a:r>
              <a:rPr sz="950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stage</a:t>
            </a:r>
            <a:r>
              <a:rPr sz="950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you</a:t>
            </a:r>
            <a:r>
              <a:rPr sz="950" spc="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C00000"/>
                </a:solidFill>
                <a:latin typeface="Trebuchet MS"/>
                <a:cs typeface="Trebuchet MS"/>
              </a:rPr>
              <a:t>can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keep</a:t>
            </a:r>
            <a:r>
              <a:rPr sz="950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950" spc="-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possibility</a:t>
            </a:r>
            <a:r>
              <a:rPr sz="950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35" dirty="0">
                <a:solidFill>
                  <a:srgbClr val="C00000"/>
                </a:solidFill>
                <a:latin typeface="Trebuchet MS"/>
                <a:cs typeface="Trebuchet MS"/>
              </a:rPr>
              <a:t>to</a:t>
            </a:r>
            <a:r>
              <a:rPr sz="950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C00000"/>
                </a:solidFill>
                <a:latin typeface="Trebuchet MS"/>
                <a:cs typeface="Trebuchet MS"/>
              </a:rPr>
              <a:t>write</a:t>
            </a:r>
            <a:r>
              <a:rPr sz="950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a</a:t>
            </a:r>
            <a:r>
              <a:rPr sz="950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C00000"/>
                </a:solidFill>
                <a:latin typeface="Trebuchet MS"/>
                <a:cs typeface="Trebuchet MS"/>
              </a:rPr>
              <a:t>text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654" y="2461895"/>
            <a:ext cx="135699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C00000"/>
                </a:solidFill>
                <a:latin typeface="Trebuchet MS"/>
                <a:cs typeface="Trebuchet MS"/>
              </a:rPr>
              <a:t>I</a:t>
            </a:r>
            <a:r>
              <a:rPr sz="950" spc="-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would</a:t>
            </a:r>
            <a:r>
              <a:rPr sz="950" spc="-3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C00000"/>
                </a:solidFill>
                <a:latin typeface="Trebuchet MS"/>
                <a:cs typeface="Trebuchet MS"/>
              </a:rPr>
              <a:t>prefer</a:t>
            </a:r>
            <a:r>
              <a:rPr sz="950" spc="-35" dirty="0">
                <a:solidFill>
                  <a:srgbClr val="C00000"/>
                </a:solidFill>
                <a:latin typeface="Trebuchet MS"/>
                <a:cs typeface="Trebuchet MS"/>
              </a:rPr>
              <a:t> to</a:t>
            </a:r>
            <a:r>
              <a:rPr sz="950" spc="-4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C00000"/>
                </a:solidFill>
                <a:latin typeface="Trebuchet MS"/>
                <a:cs typeface="Trebuchet MS"/>
              </a:rPr>
              <a:t>use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400"/>
              </a:lnSpc>
            </a:pP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icons</a:t>
            </a:r>
            <a:r>
              <a:rPr sz="950" spc="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similar</a:t>
            </a:r>
            <a:r>
              <a:rPr sz="950" spc="-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35" dirty="0">
                <a:solidFill>
                  <a:srgbClr val="C00000"/>
                </a:solidFill>
                <a:latin typeface="Trebuchet MS"/>
                <a:cs typeface="Trebuchet MS"/>
              </a:rPr>
              <a:t>to</a:t>
            </a:r>
            <a:r>
              <a:rPr sz="950" spc="5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those</a:t>
            </a:r>
            <a:r>
              <a:rPr sz="950" spc="-4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C00000"/>
                </a:solidFill>
                <a:latin typeface="Trebuchet MS"/>
                <a:cs typeface="Trebuchet MS"/>
              </a:rPr>
              <a:t>on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AdForum,</a:t>
            </a:r>
            <a:r>
              <a:rPr sz="950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C00000"/>
                </a:solidFill>
                <a:latin typeface="Trebuchet MS"/>
                <a:cs typeface="Trebuchet MS"/>
              </a:rPr>
              <a:t>but</a:t>
            </a:r>
            <a:r>
              <a:rPr sz="950" spc="-3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C00000"/>
                </a:solidFill>
                <a:latin typeface="Trebuchet MS"/>
                <a:cs typeface="Trebuchet MS"/>
              </a:rPr>
              <a:t>centrally aligned.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6350" y="390525"/>
            <a:ext cx="2152650" cy="611505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04850" y="1047750"/>
            <a:ext cx="2200275" cy="2571750"/>
            <a:chOff x="704850" y="1047750"/>
            <a:chExt cx="2200275" cy="25717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50" y="1047750"/>
              <a:ext cx="2200275" cy="25717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19200" y="1333500"/>
              <a:ext cx="1009650" cy="381000"/>
            </a:xfrm>
            <a:custGeom>
              <a:avLst/>
              <a:gdLst/>
              <a:ahLst/>
              <a:cxnLst/>
              <a:rect l="l" t="t" r="r" b="b"/>
              <a:pathLst>
                <a:path w="1009650" h="381000">
                  <a:moveTo>
                    <a:pt x="0" y="381000"/>
                  </a:moveTo>
                  <a:lnTo>
                    <a:pt x="1009650" y="381000"/>
                  </a:lnTo>
                  <a:lnTo>
                    <a:pt x="100965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99680" y="3570223"/>
            <a:ext cx="1708150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Hide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section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maybe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second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moment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connect</a:t>
            </a:r>
            <a:r>
              <a:rPr sz="950" spc="2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what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already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have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our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website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048250" y="3562350"/>
            <a:ext cx="2473960" cy="895350"/>
            <a:chOff x="5048250" y="3562350"/>
            <a:chExt cx="2473960" cy="895350"/>
          </a:xfrm>
        </p:grpSpPr>
        <p:sp>
          <p:nvSpPr>
            <p:cNvPr id="8" name="object 8"/>
            <p:cNvSpPr/>
            <p:nvPr/>
          </p:nvSpPr>
          <p:spPr>
            <a:xfrm>
              <a:off x="7219950" y="3886834"/>
              <a:ext cx="302260" cy="131445"/>
            </a:xfrm>
            <a:custGeom>
              <a:avLst/>
              <a:gdLst/>
              <a:ahLst/>
              <a:cxnLst/>
              <a:rect l="l" t="t" r="r" b="b"/>
              <a:pathLst>
                <a:path w="302259" h="131445">
                  <a:moveTo>
                    <a:pt x="57530" y="60325"/>
                  </a:moveTo>
                  <a:lnTo>
                    <a:pt x="0" y="123189"/>
                  </a:lnTo>
                  <a:lnTo>
                    <a:pt x="84835" y="131444"/>
                  </a:lnTo>
                  <a:lnTo>
                    <a:pt x="76351" y="109346"/>
                  </a:lnTo>
                  <a:lnTo>
                    <a:pt x="62738" y="109346"/>
                  </a:lnTo>
                  <a:lnTo>
                    <a:pt x="55879" y="91566"/>
                  </a:lnTo>
                  <a:lnTo>
                    <a:pt x="67777" y="87013"/>
                  </a:lnTo>
                  <a:lnTo>
                    <a:pt x="57530" y="60325"/>
                  </a:lnTo>
                  <a:close/>
                </a:path>
                <a:path w="302259" h="131445">
                  <a:moveTo>
                    <a:pt x="67777" y="87013"/>
                  </a:moveTo>
                  <a:lnTo>
                    <a:pt x="55879" y="91566"/>
                  </a:lnTo>
                  <a:lnTo>
                    <a:pt x="62738" y="109346"/>
                  </a:lnTo>
                  <a:lnTo>
                    <a:pt x="74607" y="104802"/>
                  </a:lnTo>
                  <a:lnTo>
                    <a:pt x="67777" y="87013"/>
                  </a:lnTo>
                  <a:close/>
                </a:path>
                <a:path w="302259" h="131445">
                  <a:moveTo>
                    <a:pt x="74607" y="104802"/>
                  </a:moveTo>
                  <a:lnTo>
                    <a:pt x="62738" y="109346"/>
                  </a:lnTo>
                  <a:lnTo>
                    <a:pt x="76351" y="109346"/>
                  </a:lnTo>
                  <a:lnTo>
                    <a:pt x="74607" y="104802"/>
                  </a:lnTo>
                  <a:close/>
                </a:path>
                <a:path w="302259" h="131445">
                  <a:moveTo>
                    <a:pt x="295148" y="0"/>
                  </a:moveTo>
                  <a:lnTo>
                    <a:pt x="67777" y="87013"/>
                  </a:lnTo>
                  <a:lnTo>
                    <a:pt x="74607" y="104802"/>
                  </a:lnTo>
                  <a:lnTo>
                    <a:pt x="301878" y="17779"/>
                  </a:lnTo>
                  <a:lnTo>
                    <a:pt x="29514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57775" y="3571875"/>
              <a:ext cx="2162175" cy="876300"/>
            </a:xfrm>
            <a:custGeom>
              <a:avLst/>
              <a:gdLst/>
              <a:ahLst/>
              <a:cxnLst/>
              <a:rect l="l" t="t" r="r" b="b"/>
              <a:pathLst>
                <a:path w="2162175" h="876300">
                  <a:moveTo>
                    <a:pt x="0" y="876300"/>
                  </a:moveTo>
                  <a:lnTo>
                    <a:pt x="2162175" y="876300"/>
                  </a:lnTo>
                  <a:lnTo>
                    <a:pt x="2162175" y="0"/>
                  </a:lnTo>
                  <a:lnTo>
                    <a:pt x="0" y="0"/>
                  </a:lnTo>
                  <a:lnTo>
                    <a:pt x="0" y="8763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258300" y="2247900"/>
            <a:ext cx="2628900" cy="2743200"/>
            <a:chOff x="9258300" y="2247900"/>
            <a:chExt cx="2628900" cy="27432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86950" y="2247900"/>
              <a:ext cx="1933575" cy="2743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820275" y="2990850"/>
              <a:ext cx="2057400" cy="1666875"/>
            </a:xfrm>
            <a:custGeom>
              <a:avLst/>
              <a:gdLst/>
              <a:ahLst/>
              <a:cxnLst/>
              <a:rect l="l" t="t" r="r" b="b"/>
              <a:pathLst>
                <a:path w="2057400" h="1666875">
                  <a:moveTo>
                    <a:pt x="0" y="1666875"/>
                  </a:moveTo>
                  <a:lnTo>
                    <a:pt x="2057400" y="1666875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1666875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58300" y="3790950"/>
              <a:ext cx="565150" cy="76200"/>
            </a:xfrm>
            <a:custGeom>
              <a:avLst/>
              <a:gdLst/>
              <a:ahLst/>
              <a:cxnLst/>
              <a:rect l="l" t="t" r="r" b="b"/>
              <a:pathLst>
                <a:path w="565150" h="76200">
                  <a:moveTo>
                    <a:pt x="488823" y="0"/>
                  </a:moveTo>
                  <a:lnTo>
                    <a:pt x="488823" y="76200"/>
                  </a:lnTo>
                  <a:lnTo>
                    <a:pt x="545973" y="47625"/>
                  </a:lnTo>
                  <a:lnTo>
                    <a:pt x="501523" y="47625"/>
                  </a:lnTo>
                  <a:lnTo>
                    <a:pt x="501523" y="28575"/>
                  </a:lnTo>
                  <a:lnTo>
                    <a:pt x="545973" y="28575"/>
                  </a:lnTo>
                  <a:lnTo>
                    <a:pt x="488823" y="0"/>
                  </a:lnTo>
                  <a:close/>
                </a:path>
                <a:path w="565150" h="76200">
                  <a:moveTo>
                    <a:pt x="488823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88823" y="47625"/>
                  </a:lnTo>
                  <a:lnTo>
                    <a:pt x="488823" y="28575"/>
                  </a:lnTo>
                  <a:close/>
                </a:path>
                <a:path w="565150" h="76200">
                  <a:moveTo>
                    <a:pt x="545973" y="28575"/>
                  </a:moveTo>
                  <a:lnTo>
                    <a:pt x="501523" y="28575"/>
                  </a:lnTo>
                  <a:lnTo>
                    <a:pt x="501523" y="47625"/>
                  </a:lnTo>
                  <a:lnTo>
                    <a:pt x="545973" y="47625"/>
                  </a:lnTo>
                  <a:lnTo>
                    <a:pt x="565023" y="38100"/>
                  </a:lnTo>
                  <a:lnTo>
                    <a:pt x="545973" y="28575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133975" y="4610100"/>
            <a:ext cx="2340610" cy="504825"/>
            <a:chOff x="5133975" y="4610100"/>
            <a:chExt cx="2340610" cy="504825"/>
          </a:xfrm>
        </p:grpSpPr>
        <p:sp>
          <p:nvSpPr>
            <p:cNvPr id="15" name="object 15"/>
            <p:cNvSpPr/>
            <p:nvPr/>
          </p:nvSpPr>
          <p:spPr>
            <a:xfrm>
              <a:off x="5143500" y="4619625"/>
              <a:ext cx="2028825" cy="485775"/>
            </a:xfrm>
            <a:custGeom>
              <a:avLst/>
              <a:gdLst/>
              <a:ahLst/>
              <a:cxnLst/>
              <a:rect l="l" t="t" r="r" b="b"/>
              <a:pathLst>
                <a:path w="2028825" h="485775">
                  <a:moveTo>
                    <a:pt x="0" y="485775"/>
                  </a:moveTo>
                  <a:lnTo>
                    <a:pt x="2028825" y="485775"/>
                  </a:lnTo>
                  <a:lnTo>
                    <a:pt x="2028825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72325" y="4734560"/>
              <a:ext cx="302260" cy="133350"/>
            </a:xfrm>
            <a:custGeom>
              <a:avLst/>
              <a:gdLst/>
              <a:ahLst/>
              <a:cxnLst/>
              <a:rect l="l" t="t" r="r" b="b"/>
              <a:pathLst>
                <a:path w="302259" h="133350">
                  <a:moveTo>
                    <a:pt x="57150" y="62356"/>
                  </a:moveTo>
                  <a:lnTo>
                    <a:pt x="0" y="125475"/>
                  </a:lnTo>
                  <a:lnTo>
                    <a:pt x="84835" y="133222"/>
                  </a:lnTo>
                  <a:lnTo>
                    <a:pt x="76252" y="111251"/>
                  </a:lnTo>
                  <a:lnTo>
                    <a:pt x="62610" y="111251"/>
                  </a:lnTo>
                  <a:lnTo>
                    <a:pt x="55625" y="93471"/>
                  </a:lnTo>
                  <a:lnTo>
                    <a:pt x="67495" y="88837"/>
                  </a:lnTo>
                  <a:lnTo>
                    <a:pt x="57150" y="62356"/>
                  </a:lnTo>
                  <a:close/>
                </a:path>
                <a:path w="302259" h="133350">
                  <a:moveTo>
                    <a:pt x="67495" y="88837"/>
                  </a:moveTo>
                  <a:lnTo>
                    <a:pt x="55625" y="93471"/>
                  </a:lnTo>
                  <a:lnTo>
                    <a:pt x="62610" y="111251"/>
                  </a:lnTo>
                  <a:lnTo>
                    <a:pt x="74446" y="106630"/>
                  </a:lnTo>
                  <a:lnTo>
                    <a:pt x="67495" y="88837"/>
                  </a:lnTo>
                  <a:close/>
                </a:path>
                <a:path w="302259" h="133350">
                  <a:moveTo>
                    <a:pt x="74446" y="106630"/>
                  </a:moveTo>
                  <a:lnTo>
                    <a:pt x="62610" y="111251"/>
                  </a:lnTo>
                  <a:lnTo>
                    <a:pt x="76252" y="111251"/>
                  </a:lnTo>
                  <a:lnTo>
                    <a:pt x="74446" y="106630"/>
                  </a:lnTo>
                  <a:close/>
                </a:path>
                <a:path w="302259" h="133350">
                  <a:moveTo>
                    <a:pt x="295021" y="0"/>
                  </a:moveTo>
                  <a:lnTo>
                    <a:pt x="67495" y="88837"/>
                  </a:lnTo>
                  <a:lnTo>
                    <a:pt x="74446" y="106630"/>
                  </a:lnTo>
                  <a:lnTo>
                    <a:pt x="302005" y="17779"/>
                  </a:lnTo>
                  <a:lnTo>
                    <a:pt x="29502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258300" y="5391150"/>
            <a:ext cx="2619375" cy="952500"/>
            <a:chOff x="9258300" y="5391150"/>
            <a:chExt cx="2619375" cy="952500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20275" y="5524500"/>
              <a:ext cx="2047875" cy="6953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258300" y="5848350"/>
              <a:ext cx="565150" cy="76200"/>
            </a:xfrm>
            <a:custGeom>
              <a:avLst/>
              <a:gdLst/>
              <a:ahLst/>
              <a:cxnLst/>
              <a:rect l="l" t="t" r="r" b="b"/>
              <a:pathLst>
                <a:path w="565150" h="76200">
                  <a:moveTo>
                    <a:pt x="488823" y="0"/>
                  </a:moveTo>
                  <a:lnTo>
                    <a:pt x="488823" y="76200"/>
                  </a:lnTo>
                  <a:lnTo>
                    <a:pt x="545973" y="47625"/>
                  </a:lnTo>
                  <a:lnTo>
                    <a:pt x="501523" y="47625"/>
                  </a:lnTo>
                  <a:lnTo>
                    <a:pt x="501523" y="28575"/>
                  </a:lnTo>
                  <a:lnTo>
                    <a:pt x="545973" y="28575"/>
                  </a:lnTo>
                  <a:lnTo>
                    <a:pt x="488823" y="0"/>
                  </a:lnTo>
                  <a:close/>
                </a:path>
                <a:path w="565150" h="76200">
                  <a:moveTo>
                    <a:pt x="488823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88823" y="47625"/>
                  </a:lnTo>
                  <a:lnTo>
                    <a:pt x="488823" y="28575"/>
                  </a:lnTo>
                  <a:close/>
                </a:path>
                <a:path w="565150" h="76200">
                  <a:moveTo>
                    <a:pt x="545973" y="28575"/>
                  </a:moveTo>
                  <a:lnTo>
                    <a:pt x="501523" y="28575"/>
                  </a:lnTo>
                  <a:lnTo>
                    <a:pt x="501523" y="47625"/>
                  </a:lnTo>
                  <a:lnTo>
                    <a:pt x="545973" y="47625"/>
                  </a:lnTo>
                  <a:lnTo>
                    <a:pt x="565023" y="38100"/>
                  </a:lnTo>
                  <a:lnTo>
                    <a:pt x="545973" y="28575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801225" y="5400675"/>
              <a:ext cx="2066925" cy="933450"/>
            </a:xfrm>
            <a:custGeom>
              <a:avLst/>
              <a:gdLst/>
              <a:ahLst/>
              <a:cxnLst/>
              <a:rect l="l" t="t" r="r" b="b"/>
              <a:pathLst>
                <a:path w="2066925" h="933450">
                  <a:moveTo>
                    <a:pt x="0" y="933450"/>
                  </a:moveTo>
                  <a:lnTo>
                    <a:pt x="2066925" y="933450"/>
                  </a:lnTo>
                  <a:lnTo>
                    <a:pt x="2066925" y="0"/>
                  </a:lnTo>
                  <a:lnTo>
                    <a:pt x="0" y="0"/>
                  </a:lnTo>
                  <a:lnTo>
                    <a:pt x="0" y="933450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99680" y="4648200"/>
            <a:ext cx="1697989" cy="1474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Remove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section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500"/>
              </a:lnSpc>
            </a:pP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Ok</a:t>
            </a:r>
            <a:r>
              <a:rPr sz="95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but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need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think</a:t>
            </a:r>
            <a:r>
              <a:rPr sz="95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at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a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copy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«join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network»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client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1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vendor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with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sign</a:t>
            </a:r>
            <a:r>
              <a:rPr sz="950" spc="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45" dirty="0">
                <a:solidFill>
                  <a:srgbClr val="FF0000"/>
                </a:solidFill>
                <a:latin typeface="Trebuchet MS"/>
                <a:cs typeface="Trebuchet MS"/>
              </a:rPr>
              <a:t>up</a:t>
            </a:r>
            <a:endParaRPr sz="950">
              <a:latin typeface="Trebuchet MS"/>
              <a:cs typeface="Trebuchet MS"/>
            </a:endParaRPr>
          </a:p>
          <a:p>
            <a:pPr marL="12700" marR="28575">
              <a:lnSpc>
                <a:spcPct val="105400"/>
              </a:lnSpc>
              <a:spcBef>
                <a:spcPts val="509"/>
              </a:spcBef>
            </a:pP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guess</a:t>
            </a:r>
            <a:r>
              <a:rPr sz="95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you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will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take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our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footer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once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you</a:t>
            </a:r>
            <a:r>
              <a:rPr sz="950"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will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embed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 in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our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template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43750" y="5878144"/>
            <a:ext cx="334645" cy="193040"/>
          </a:xfrm>
          <a:custGeom>
            <a:avLst/>
            <a:gdLst/>
            <a:ahLst/>
            <a:cxnLst/>
            <a:rect l="l" t="t" r="r" b="b"/>
            <a:pathLst>
              <a:path w="334645" h="193039">
                <a:moveTo>
                  <a:pt x="47878" y="122377"/>
                </a:moveTo>
                <a:lnTo>
                  <a:pt x="0" y="192849"/>
                </a:lnTo>
                <a:lnTo>
                  <a:pt x="85090" y="188848"/>
                </a:lnTo>
                <a:lnTo>
                  <a:pt x="74610" y="170129"/>
                </a:lnTo>
                <a:lnTo>
                  <a:pt x="60071" y="170129"/>
                </a:lnTo>
                <a:lnTo>
                  <a:pt x="50800" y="153504"/>
                </a:lnTo>
                <a:lnTo>
                  <a:pt x="61842" y="147320"/>
                </a:lnTo>
                <a:lnTo>
                  <a:pt x="47878" y="122377"/>
                </a:lnTo>
                <a:close/>
              </a:path>
              <a:path w="334645" h="193039">
                <a:moveTo>
                  <a:pt x="61842" y="147320"/>
                </a:moveTo>
                <a:lnTo>
                  <a:pt x="50800" y="153504"/>
                </a:lnTo>
                <a:lnTo>
                  <a:pt x="60071" y="170129"/>
                </a:lnTo>
                <a:lnTo>
                  <a:pt x="71139" y="163929"/>
                </a:lnTo>
                <a:lnTo>
                  <a:pt x="61842" y="147320"/>
                </a:lnTo>
                <a:close/>
              </a:path>
              <a:path w="334645" h="193039">
                <a:moveTo>
                  <a:pt x="71139" y="163929"/>
                </a:moveTo>
                <a:lnTo>
                  <a:pt x="60071" y="170129"/>
                </a:lnTo>
                <a:lnTo>
                  <a:pt x="74610" y="170129"/>
                </a:lnTo>
                <a:lnTo>
                  <a:pt x="71139" y="163929"/>
                </a:lnTo>
                <a:close/>
              </a:path>
              <a:path w="334645" h="193039">
                <a:moveTo>
                  <a:pt x="324866" y="0"/>
                </a:moveTo>
                <a:lnTo>
                  <a:pt x="61842" y="147320"/>
                </a:lnTo>
                <a:lnTo>
                  <a:pt x="71139" y="163929"/>
                </a:lnTo>
                <a:lnTo>
                  <a:pt x="334136" y="16611"/>
                </a:lnTo>
                <a:lnTo>
                  <a:pt x="32486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5219700" y="5257800"/>
            <a:ext cx="2305050" cy="542925"/>
            <a:chOff x="5219700" y="5257800"/>
            <a:chExt cx="2305050" cy="542925"/>
          </a:xfrm>
        </p:grpSpPr>
        <p:sp>
          <p:nvSpPr>
            <p:cNvPr id="24" name="object 24"/>
            <p:cNvSpPr/>
            <p:nvPr/>
          </p:nvSpPr>
          <p:spPr>
            <a:xfrm>
              <a:off x="7143750" y="5287771"/>
              <a:ext cx="381000" cy="243204"/>
            </a:xfrm>
            <a:custGeom>
              <a:avLst/>
              <a:gdLst/>
              <a:ahLst/>
              <a:cxnLst/>
              <a:rect l="l" t="t" r="r" b="b"/>
              <a:pathLst>
                <a:path w="381000" h="243204">
                  <a:moveTo>
                    <a:pt x="44450" y="170433"/>
                  </a:moveTo>
                  <a:lnTo>
                    <a:pt x="0" y="243204"/>
                  </a:lnTo>
                  <a:lnTo>
                    <a:pt x="84835" y="235076"/>
                  </a:lnTo>
                  <a:lnTo>
                    <a:pt x="73886" y="217550"/>
                  </a:lnTo>
                  <a:lnTo>
                    <a:pt x="58927" y="217550"/>
                  </a:lnTo>
                  <a:lnTo>
                    <a:pt x="48768" y="201421"/>
                  </a:lnTo>
                  <a:lnTo>
                    <a:pt x="59582" y="194655"/>
                  </a:lnTo>
                  <a:lnTo>
                    <a:pt x="44450" y="170433"/>
                  </a:lnTo>
                  <a:close/>
                </a:path>
                <a:path w="381000" h="243204">
                  <a:moveTo>
                    <a:pt x="59582" y="194655"/>
                  </a:moveTo>
                  <a:lnTo>
                    <a:pt x="48768" y="201421"/>
                  </a:lnTo>
                  <a:lnTo>
                    <a:pt x="58927" y="217550"/>
                  </a:lnTo>
                  <a:lnTo>
                    <a:pt x="69684" y="210825"/>
                  </a:lnTo>
                  <a:lnTo>
                    <a:pt x="59582" y="194655"/>
                  </a:lnTo>
                  <a:close/>
                </a:path>
                <a:path w="381000" h="243204">
                  <a:moveTo>
                    <a:pt x="69684" y="210825"/>
                  </a:moveTo>
                  <a:lnTo>
                    <a:pt x="58927" y="217550"/>
                  </a:lnTo>
                  <a:lnTo>
                    <a:pt x="73886" y="217550"/>
                  </a:lnTo>
                  <a:lnTo>
                    <a:pt x="69684" y="210825"/>
                  </a:lnTo>
                  <a:close/>
                </a:path>
                <a:path w="381000" h="243204">
                  <a:moveTo>
                    <a:pt x="370713" y="0"/>
                  </a:moveTo>
                  <a:lnTo>
                    <a:pt x="59582" y="194655"/>
                  </a:lnTo>
                  <a:lnTo>
                    <a:pt x="69684" y="210825"/>
                  </a:lnTo>
                  <a:lnTo>
                    <a:pt x="380873" y="16255"/>
                  </a:lnTo>
                  <a:lnTo>
                    <a:pt x="370713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29225" y="5267325"/>
              <a:ext cx="1914525" cy="523875"/>
            </a:xfrm>
            <a:custGeom>
              <a:avLst/>
              <a:gdLst/>
              <a:ahLst/>
              <a:cxnLst/>
              <a:rect l="l" t="t" r="r" b="b"/>
              <a:pathLst>
                <a:path w="1914525" h="523875">
                  <a:moveTo>
                    <a:pt x="0" y="523875"/>
                  </a:moveTo>
                  <a:lnTo>
                    <a:pt x="1914525" y="523875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523875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591170" y="2103120"/>
            <a:ext cx="1527175" cy="4794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0"/>
              </a:spcBef>
            </a:pP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Background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must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color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our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current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website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#02030E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219950" y="2324100"/>
            <a:ext cx="299085" cy="76200"/>
          </a:xfrm>
          <a:custGeom>
            <a:avLst/>
            <a:gdLst/>
            <a:ahLst/>
            <a:cxnLst/>
            <a:rect l="l" t="t" r="r" b="b"/>
            <a:pathLst>
              <a:path w="29908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299084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299084" h="76200">
                <a:moveTo>
                  <a:pt x="298576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298576" y="47625"/>
                </a:lnTo>
                <a:lnTo>
                  <a:pt x="298576" y="285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591170" y="947991"/>
            <a:ext cx="1729739" cy="6324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5"/>
              </a:spcBef>
            </a:pP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dark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mode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used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950" spc="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cards</a:t>
            </a:r>
            <a:r>
              <a:rPr sz="950" spc="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should</a:t>
            </a:r>
            <a:r>
              <a:rPr sz="950" spc="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reconsidered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by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using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our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dark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blue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#02030E background.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86350" y="485775"/>
            <a:ext cx="2432685" cy="1733550"/>
            <a:chOff x="5086350" y="485775"/>
            <a:chExt cx="2432685" cy="1733550"/>
          </a:xfrm>
        </p:grpSpPr>
        <p:sp>
          <p:nvSpPr>
            <p:cNvPr id="30" name="object 30"/>
            <p:cNvSpPr/>
            <p:nvPr/>
          </p:nvSpPr>
          <p:spPr>
            <a:xfrm>
              <a:off x="5095875" y="495300"/>
              <a:ext cx="2114550" cy="1714500"/>
            </a:xfrm>
            <a:custGeom>
              <a:avLst/>
              <a:gdLst/>
              <a:ahLst/>
              <a:cxnLst/>
              <a:rect l="l" t="t" r="r" b="b"/>
              <a:pathLst>
                <a:path w="2114550" h="1714500">
                  <a:moveTo>
                    <a:pt x="0" y="1714500"/>
                  </a:moveTo>
                  <a:lnTo>
                    <a:pt x="2114550" y="1714500"/>
                  </a:lnTo>
                  <a:lnTo>
                    <a:pt x="2114550" y="0"/>
                  </a:lnTo>
                  <a:lnTo>
                    <a:pt x="0" y="0"/>
                  </a:lnTo>
                  <a:lnTo>
                    <a:pt x="0" y="17145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19950" y="1238250"/>
              <a:ext cx="299085" cy="76200"/>
            </a:xfrm>
            <a:custGeom>
              <a:avLst/>
              <a:gdLst/>
              <a:ahLst/>
              <a:cxnLst/>
              <a:rect l="l" t="t" r="r" b="b"/>
              <a:pathLst>
                <a:path w="29908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299084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299084" h="76200">
                  <a:moveTo>
                    <a:pt x="298576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298576" y="47625"/>
                  </a:lnTo>
                  <a:lnTo>
                    <a:pt x="298576" y="285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59814" y="453453"/>
            <a:ext cx="1564640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assume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1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logo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will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placed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here,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using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format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Scanbook.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90575" y="904875"/>
            <a:ext cx="1842770" cy="1733550"/>
            <a:chOff x="790575" y="904875"/>
            <a:chExt cx="1842770" cy="1733550"/>
          </a:xfrm>
        </p:grpSpPr>
        <p:sp>
          <p:nvSpPr>
            <p:cNvPr id="34" name="object 34"/>
            <p:cNvSpPr/>
            <p:nvPr/>
          </p:nvSpPr>
          <p:spPr>
            <a:xfrm>
              <a:off x="1685925" y="904875"/>
              <a:ext cx="76200" cy="422275"/>
            </a:xfrm>
            <a:custGeom>
              <a:avLst/>
              <a:gdLst/>
              <a:ahLst/>
              <a:cxnLst/>
              <a:rect l="l" t="t" r="r" b="b"/>
              <a:pathLst>
                <a:path w="76200" h="422275">
                  <a:moveTo>
                    <a:pt x="28575" y="345694"/>
                  </a:moveTo>
                  <a:lnTo>
                    <a:pt x="0" y="345694"/>
                  </a:lnTo>
                  <a:lnTo>
                    <a:pt x="38100" y="421894"/>
                  </a:lnTo>
                  <a:lnTo>
                    <a:pt x="69850" y="358394"/>
                  </a:lnTo>
                  <a:lnTo>
                    <a:pt x="28575" y="358394"/>
                  </a:lnTo>
                  <a:lnTo>
                    <a:pt x="28575" y="345694"/>
                  </a:lnTo>
                  <a:close/>
                </a:path>
                <a:path w="76200" h="422275">
                  <a:moveTo>
                    <a:pt x="47625" y="0"/>
                  </a:moveTo>
                  <a:lnTo>
                    <a:pt x="28575" y="0"/>
                  </a:lnTo>
                  <a:lnTo>
                    <a:pt x="28575" y="358394"/>
                  </a:lnTo>
                  <a:lnTo>
                    <a:pt x="47625" y="358394"/>
                  </a:lnTo>
                  <a:lnTo>
                    <a:pt x="47625" y="0"/>
                  </a:lnTo>
                  <a:close/>
                </a:path>
                <a:path w="76200" h="422275">
                  <a:moveTo>
                    <a:pt x="76200" y="345694"/>
                  </a:moveTo>
                  <a:lnTo>
                    <a:pt x="47625" y="345694"/>
                  </a:lnTo>
                  <a:lnTo>
                    <a:pt x="47625" y="358394"/>
                  </a:lnTo>
                  <a:lnTo>
                    <a:pt x="69850" y="358394"/>
                  </a:lnTo>
                  <a:lnTo>
                    <a:pt x="76200" y="34569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0100" y="2162175"/>
              <a:ext cx="1009650" cy="466725"/>
            </a:xfrm>
            <a:custGeom>
              <a:avLst/>
              <a:gdLst/>
              <a:ahLst/>
              <a:cxnLst/>
              <a:rect l="l" t="t" r="r" b="b"/>
              <a:pathLst>
                <a:path w="1009650" h="466725">
                  <a:moveTo>
                    <a:pt x="0" y="466725"/>
                  </a:moveTo>
                  <a:lnTo>
                    <a:pt x="1009650" y="466725"/>
                  </a:lnTo>
                  <a:lnTo>
                    <a:pt x="1009650" y="0"/>
                  </a:lnTo>
                  <a:lnTo>
                    <a:pt x="0" y="0"/>
                  </a:lnTo>
                  <a:lnTo>
                    <a:pt x="0" y="46672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09750" y="2010663"/>
              <a:ext cx="823594" cy="391160"/>
            </a:xfrm>
            <a:custGeom>
              <a:avLst/>
              <a:gdLst/>
              <a:ahLst/>
              <a:cxnLst/>
              <a:rect l="l" t="t" r="r" b="b"/>
              <a:pathLst>
                <a:path w="823594" h="391160">
                  <a:moveTo>
                    <a:pt x="53086" y="321818"/>
                  </a:moveTo>
                  <a:lnTo>
                    <a:pt x="0" y="388493"/>
                  </a:lnTo>
                  <a:lnTo>
                    <a:pt x="85217" y="390906"/>
                  </a:lnTo>
                  <a:lnTo>
                    <a:pt x="75648" y="370332"/>
                  </a:lnTo>
                  <a:lnTo>
                    <a:pt x="61594" y="370332"/>
                  </a:lnTo>
                  <a:lnTo>
                    <a:pt x="53593" y="353060"/>
                  </a:lnTo>
                  <a:lnTo>
                    <a:pt x="65128" y="347711"/>
                  </a:lnTo>
                  <a:lnTo>
                    <a:pt x="53086" y="321818"/>
                  </a:lnTo>
                  <a:close/>
                </a:path>
                <a:path w="823594" h="391160">
                  <a:moveTo>
                    <a:pt x="65128" y="347711"/>
                  </a:moveTo>
                  <a:lnTo>
                    <a:pt x="53593" y="353060"/>
                  </a:lnTo>
                  <a:lnTo>
                    <a:pt x="61594" y="370332"/>
                  </a:lnTo>
                  <a:lnTo>
                    <a:pt x="73155" y="364971"/>
                  </a:lnTo>
                  <a:lnTo>
                    <a:pt x="65128" y="347711"/>
                  </a:lnTo>
                  <a:close/>
                </a:path>
                <a:path w="823594" h="391160">
                  <a:moveTo>
                    <a:pt x="73155" y="364971"/>
                  </a:moveTo>
                  <a:lnTo>
                    <a:pt x="61594" y="370332"/>
                  </a:lnTo>
                  <a:lnTo>
                    <a:pt x="75648" y="370332"/>
                  </a:lnTo>
                  <a:lnTo>
                    <a:pt x="73155" y="364971"/>
                  </a:lnTo>
                  <a:close/>
                </a:path>
                <a:path w="823594" h="391160">
                  <a:moveTo>
                    <a:pt x="814958" y="0"/>
                  </a:moveTo>
                  <a:lnTo>
                    <a:pt x="65128" y="347711"/>
                  </a:lnTo>
                  <a:lnTo>
                    <a:pt x="73155" y="364971"/>
                  </a:lnTo>
                  <a:lnTo>
                    <a:pt x="823087" y="17272"/>
                  </a:lnTo>
                  <a:lnTo>
                    <a:pt x="81495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708020" y="1920303"/>
            <a:ext cx="14408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another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item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«award»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1409700"/>
            <a:ext cx="6010275" cy="41719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" y="912923"/>
            <a:ext cx="5419725" cy="56117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66775"/>
            <a:ext cx="6010275" cy="57912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47650" y="2705100"/>
            <a:ext cx="8859520" cy="3914775"/>
            <a:chOff x="247650" y="2705100"/>
            <a:chExt cx="8859520" cy="3914775"/>
          </a:xfrm>
        </p:grpSpPr>
        <p:sp>
          <p:nvSpPr>
            <p:cNvPr id="6" name="object 6"/>
            <p:cNvSpPr/>
            <p:nvPr/>
          </p:nvSpPr>
          <p:spPr>
            <a:xfrm>
              <a:off x="257175" y="2714625"/>
              <a:ext cx="5562600" cy="3895725"/>
            </a:xfrm>
            <a:custGeom>
              <a:avLst/>
              <a:gdLst/>
              <a:ahLst/>
              <a:cxnLst/>
              <a:rect l="l" t="t" r="r" b="b"/>
              <a:pathLst>
                <a:path w="5562600" h="3895725">
                  <a:moveTo>
                    <a:pt x="0" y="3895725"/>
                  </a:moveTo>
                  <a:lnTo>
                    <a:pt x="5562600" y="3895725"/>
                  </a:lnTo>
                  <a:lnTo>
                    <a:pt x="5562600" y="0"/>
                  </a:lnTo>
                  <a:lnTo>
                    <a:pt x="0" y="0"/>
                  </a:lnTo>
                  <a:lnTo>
                    <a:pt x="0" y="389572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6219" y="4658360"/>
              <a:ext cx="3291204" cy="1346835"/>
            </a:xfrm>
            <a:custGeom>
              <a:avLst/>
              <a:gdLst/>
              <a:ahLst/>
              <a:cxnLst/>
              <a:rect l="l" t="t" r="r" b="b"/>
              <a:pathLst>
                <a:path w="3291204" h="1346835">
                  <a:moveTo>
                    <a:pt x="3216443" y="1319984"/>
                  </a:moveTo>
                  <a:lnTo>
                    <a:pt x="3205733" y="1346453"/>
                  </a:lnTo>
                  <a:lnTo>
                    <a:pt x="3290697" y="1339735"/>
                  </a:lnTo>
                  <a:lnTo>
                    <a:pt x="3277474" y="1324749"/>
                  </a:lnTo>
                  <a:lnTo>
                    <a:pt x="3228212" y="1324749"/>
                  </a:lnTo>
                  <a:lnTo>
                    <a:pt x="3216443" y="1319984"/>
                  </a:lnTo>
                  <a:close/>
                </a:path>
                <a:path w="3291204" h="1346835">
                  <a:moveTo>
                    <a:pt x="3223586" y="1302331"/>
                  </a:moveTo>
                  <a:lnTo>
                    <a:pt x="3216443" y="1319984"/>
                  </a:lnTo>
                  <a:lnTo>
                    <a:pt x="3228212" y="1324749"/>
                  </a:lnTo>
                  <a:lnTo>
                    <a:pt x="3235325" y="1307083"/>
                  </a:lnTo>
                  <a:lnTo>
                    <a:pt x="3223586" y="1302331"/>
                  </a:lnTo>
                  <a:close/>
                </a:path>
                <a:path w="3291204" h="1346835">
                  <a:moveTo>
                    <a:pt x="3234308" y="1275829"/>
                  </a:moveTo>
                  <a:lnTo>
                    <a:pt x="3223586" y="1302331"/>
                  </a:lnTo>
                  <a:lnTo>
                    <a:pt x="3235325" y="1307083"/>
                  </a:lnTo>
                  <a:lnTo>
                    <a:pt x="3228212" y="1324749"/>
                  </a:lnTo>
                  <a:lnTo>
                    <a:pt x="3277474" y="1324749"/>
                  </a:lnTo>
                  <a:lnTo>
                    <a:pt x="3234308" y="1275829"/>
                  </a:lnTo>
                  <a:close/>
                </a:path>
                <a:path w="3291204" h="1346835">
                  <a:moveTo>
                    <a:pt x="7111" y="0"/>
                  </a:moveTo>
                  <a:lnTo>
                    <a:pt x="0" y="17779"/>
                  </a:lnTo>
                  <a:lnTo>
                    <a:pt x="3216443" y="1319984"/>
                  </a:lnTo>
                  <a:lnTo>
                    <a:pt x="3223586" y="1302331"/>
                  </a:lnTo>
                  <a:lnTo>
                    <a:pt x="711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24600" y="5991225"/>
            <a:ext cx="5562600" cy="342900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R="125095" algn="ctr">
              <a:lnSpc>
                <a:spcPct val="100000"/>
              </a:lnSpc>
              <a:spcBef>
                <a:spcPts val="695"/>
              </a:spcBef>
            </a:pP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MISSED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0"/>
            <a:ext cx="5524500" cy="6857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117" y="1102759"/>
            <a:ext cx="5360657" cy="23195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839200" y="1228978"/>
            <a:ext cx="1035050" cy="278765"/>
          </a:xfrm>
          <a:custGeom>
            <a:avLst/>
            <a:gdLst/>
            <a:ahLst/>
            <a:cxnLst/>
            <a:rect l="l" t="t" r="r" b="b"/>
            <a:pathLst>
              <a:path w="1035050" h="278765">
                <a:moveTo>
                  <a:pt x="65024" y="204724"/>
                </a:moveTo>
                <a:lnTo>
                  <a:pt x="0" y="259715"/>
                </a:lnTo>
                <a:lnTo>
                  <a:pt x="83057" y="278765"/>
                </a:lnTo>
                <a:lnTo>
                  <a:pt x="77026" y="254000"/>
                </a:lnTo>
                <a:lnTo>
                  <a:pt x="64007" y="254000"/>
                </a:lnTo>
                <a:lnTo>
                  <a:pt x="59435" y="235458"/>
                </a:lnTo>
                <a:lnTo>
                  <a:pt x="71780" y="232464"/>
                </a:lnTo>
                <a:lnTo>
                  <a:pt x="65024" y="204724"/>
                </a:lnTo>
                <a:close/>
              </a:path>
              <a:path w="1035050" h="278765">
                <a:moveTo>
                  <a:pt x="71780" y="232464"/>
                </a:moveTo>
                <a:lnTo>
                  <a:pt x="59435" y="235458"/>
                </a:lnTo>
                <a:lnTo>
                  <a:pt x="64007" y="254000"/>
                </a:lnTo>
                <a:lnTo>
                  <a:pt x="76299" y="251018"/>
                </a:lnTo>
                <a:lnTo>
                  <a:pt x="71780" y="232464"/>
                </a:lnTo>
                <a:close/>
              </a:path>
              <a:path w="1035050" h="278765">
                <a:moveTo>
                  <a:pt x="76299" y="251018"/>
                </a:moveTo>
                <a:lnTo>
                  <a:pt x="64007" y="254000"/>
                </a:lnTo>
                <a:lnTo>
                  <a:pt x="77026" y="254000"/>
                </a:lnTo>
                <a:lnTo>
                  <a:pt x="76299" y="251018"/>
                </a:lnTo>
                <a:close/>
              </a:path>
              <a:path w="1035050" h="278765">
                <a:moveTo>
                  <a:pt x="1030351" y="0"/>
                </a:moveTo>
                <a:lnTo>
                  <a:pt x="71780" y="232464"/>
                </a:lnTo>
                <a:lnTo>
                  <a:pt x="76299" y="251018"/>
                </a:lnTo>
                <a:lnTo>
                  <a:pt x="1034796" y="18542"/>
                </a:lnTo>
                <a:lnTo>
                  <a:pt x="103035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7175" y="1047750"/>
            <a:ext cx="5562600" cy="2447925"/>
          </a:xfrm>
          <a:custGeom>
            <a:avLst/>
            <a:gdLst/>
            <a:ahLst/>
            <a:cxnLst/>
            <a:rect l="l" t="t" r="r" b="b"/>
            <a:pathLst>
              <a:path w="5562600" h="2447925">
                <a:moveTo>
                  <a:pt x="0" y="2447925"/>
                </a:moveTo>
                <a:lnTo>
                  <a:pt x="5562600" y="2447925"/>
                </a:lnTo>
                <a:lnTo>
                  <a:pt x="5562600" y="0"/>
                </a:lnTo>
                <a:lnTo>
                  <a:pt x="0" y="0"/>
                </a:lnTo>
                <a:lnTo>
                  <a:pt x="0" y="2447925"/>
                </a:lnTo>
                <a:close/>
              </a:path>
            </a:pathLst>
          </a:custGeom>
          <a:ln w="19050">
            <a:solidFill>
              <a:srgbClr val="8ED97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02776" y="1018159"/>
            <a:ext cx="131191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20" dirty="0">
                <a:solidFill>
                  <a:srgbClr val="FF0000"/>
                </a:solidFill>
                <a:latin typeface="Trebuchet MS"/>
                <a:cs typeface="Trebuchet MS"/>
              </a:rPr>
              <a:t>NOT</a:t>
            </a:r>
            <a:r>
              <a:rPr sz="95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20" dirty="0">
                <a:solidFill>
                  <a:srgbClr val="FF0000"/>
                </a:solidFill>
                <a:latin typeface="Trebuchet MS"/>
                <a:cs typeface="Trebuchet MS"/>
              </a:rPr>
              <a:t>REQUESTED</a:t>
            </a:r>
            <a:r>
              <a:rPr sz="950" spc="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HERE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81725" y="1485900"/>
            <a:ext cx="5286375" cy="2447925"/>
          </a:xfrm>
          <a:custGeom>
            <a:avLst/>
            <a:gdLst/>
            <a:ahLst/>
            <a:cxnLst/>
            <a:rect l="l" t="t" r="r" b="b"/>
            <a:pathLst>
              <a:path w="5286375" h="2447925">
                <a:moveTo>
                  <a:pt x="0" y="2447925"/>
                </a:moveTo>
                <a:lnTo>
                  <a:pt x="5286375" y="2447925"/>
                </a:lnTo>
                <a:lnTo>
                  <a:pt x="5286375" y="0"/>
                </a:lnTo>
                <a:lnTo>
                  <a:pt x="0" y="0"/>
                </a:lnTo>
                <a:lnTo>
                  <a:pt x="0" y="2447925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72200" y="4048125"/>
            <a:ext cx="5286375" cy="2705100"/>
          </a:xfrm>
          <a:prstGeom prst="rect">
            <a:avLst/>
          </a:prstGeom>
          <a:ln w="19050">
            <a:solidFill>
              <a:srgbClr val="8ED973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950">
              <a:latin typeface="Times New Roman"/>
              <a:cs typeface="Times New Roman"/>
            </a:endParaRPr>
          </a:p>
          <a:p>
            <a:pPr marR="737235" algn="ctr">
              <a:lnSpc>
                <a:spcPct val="100000"/>
              </a:lnSpc>
            </a:pPr>
            <a:r>
              <a:rPr sz="950" spc="45" dirty="0">
                <a:solidFill>
                  <a:srgbClr val="00AF50"/>
                </a:solidFill>
                <a:latin typeface="Trebuchet MS"/>
                <a:cs typeface="Trebuchet MS"/>
              </a:rPr>
              <a:t>OK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97" y="860425"/>
            <a:ext cx="5765211" cy="487962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3175" y="866775"/>
            <a:ext cx="5457825" cy="58578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475" y="2705100"/>
            <a:ext cx="8704580" cy="3444240"/>
            <a:chOff x="371475" y="2705100"/>
            <a:chExt cx="8704580" cy="3444240"/>
          </a:xfrm>
        </p:grpSpPr>
        <p:sp>
          <p:nvSpPr>
            <p:cNvPr id="5" name="object 5"/>
            <p:cNvSpPr/>
            <p:nvPr/>
          </p:nvSpPr>
          <p:spPr>
            <a:xfrm>
              <a:off x="381000" y="2714625"/>
              <a:ext cx="5438775" cy="3038475"/>
            </a:xfrm>
            <a:custGeom>
              <a:avLst/>
              <a:gdLst/>
              <a:ahLst/>
              <a:cxnLst/>
              <a:rect l="l" t="t" r="r" b="b"/>
              <a:pathLst>
                <a:path w="5438775" h="3038475">
                  <a:moveTo>
                    <a:pt x="2219325" y="942975"/>
                  </a:moveTo>
                  <a:lnTo>
                    <a:pt x="5438775" y="942975"/>
                  </a:lnTo>
                  <a:lnTo>
                    <a:pt x="5438775" y="0"/>
                  </a:lnTo>
                  <a:lnTo>
                    <a:pt x="2219325" y="0"/>
                  </a:lnTo>
                  <a:lnTo>
                    <a:pt x="2219325" y="942975"/>
                  </a:lnTo>
                  <a:close/>
                </a:path>
                <a:path w="5438775" h="3038475">
                  <a:moveTo>
                    <a:pt x="0" y="3038475"/>
                  </a:moveTo>
                  <a:lnTo>
                    <a:pt x="5438775" y="3038475"/>
                  </a:lnTo>
                  <a:lnTo>
                    <a:pt x="5438775" y="942975"/>
                  </a:lnTo>
                  <a:lnTo>
                    <a:pt x="0" y="942975"/>
                  </a:lnTo>
                  <a:lnTo>
                    <a:pt x="0" y="303847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5965" y="4696586"/>
              <a:ext cx="3260090" cy="1452880"/>
            </a:xfrm>
            <a:custGeom>
              <a:avLst/>
              <a:gdLst/>
              <a:ahLst/>
              <a:cxnLst/>
              <a:rect l="l" t="t" r="r" b="b"/>
              <a:pathLst>
                <a:path w="3260090" h="1452879">
                  <a:moveTo>
                    <a:pt x="3186324" y="1426349"/>
                  </a:moveTo>
                  <a:lnTo>
                    <a:pt x="3174745" y="1452499"/>
                  </a:lnTo>
                  <a:lnTo>
                    <a:pt x="3259836" y="1448460"/>
                  </a:lnTo>
                  <a:lnTo>
                    <a:pt x="3245832" y="1431505"/>
                  </a:lnTo>
                  <a:lnTo>
                    <a:pt x="3197987" y="1431505"/>
                  </a:lnTo>
                  <a:lnTo>
                    <a:pt x="3186324" y="1426349"/>
                  </a:lnTo>
                  <a:close/>
                </a:path>
                <a:path w="3260090" h="1452879">
                  <a:moveTo>
                    <a:pt x="3194024" y="1408959"/>
                  </a:moveTo>
                  <a:lnTo>
                    <a:pt x="3186324" y="1426349"/>
                  </a:lnTo>
                  <a:lnTo>
                    <a:pt x="3197987" y="1431505"/>
                  </a:lnTo>
                  <a:lnTo>
                    <a:pt x="3205607" y="1414081"/>
                  </a:lnTo>
                  <a:lnTo>
                    <a:pt x="3194024" y="1408959"/>
                  </a:lnTo>
                  <a:close/>
                </a:path>
                <a:path w="3260090" h="1452879">
                  <a:moveTo>
                    <a:pt x="3205607" y="1382801"/>
                  </a:moveTo>
                  <a:lnTo>
                    <a:pt x="3194024" y="1408959"/>
                  </a:lnTo>
                  <a:lnTo>
                    <a:pt x="3205607" y="1414081"/>
                  </a:lnTo>
                  <a:lnTo>
                    <a:pt x="3197987" y="1431505"/>
                  </a:lnTo>
                  <a:lnTo>
                    <a:pt x="3245832" y="1431505"/>
                  </a:lnTo>
                  <a:lnTo>
                    <a:pt x="3205607" y="1382801"/>
                  </a:lnTo>
                  <a:close/>
                </a:path>
                <a:path w="3260090" h="1452879">
                  <a:moveTo>
                    <a:pt x="7620" y="0"/>
                  </a:moveTo>
                  <a:lnTo>
                    <a:pt x="0" y="17525"/>
                  </a:lnTo>
                  <a:lnTo>
                    <a:pt x="3186324" y="1426349"/>
                  </a:lnTo>
                  <a:lnTo>
                    <a:pt x="3194024" y="140895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15100" y="6143625"/>
            <a:ext cx="5114925" cy="247650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174625" algn="ctr">
              <a:lnSpc>
                <a:spcPct val="100000"/>
              </a:lnSpc>
              <a:spcBef>
                <a:spcPts val="390"/>
              </a:spcBef>
            </a:pP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MISSED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18" y="64395"/>
            <a:ext cx="3782940" cy="665948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019800" y="390523"/>
            <a:ext cx="5486400" cy="6467475"/>
            <a:chOff x="6019800" y="390523"/>
            <a:chExt cx="5486400" cy="64674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19800" y="390523"/>
              <a:ext cx="5486400" cy="64674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96000" y="1200150"/>
              <a:ext cx="5286375" cy="2914650"/>
            </a:xfrm>
            <a:custGeom>
              <a:avLst/>
              <a:gdLst/>
              <a:ahLst/>
              <a:cxnLst/>
              <a:rect l="l" t="t" r="r" b="b"/>
              <a:pathLst>
                <a:path w="5286375" h="2914650">
                  <a:moveTo>
                    <a:pt x="0" y="2914650"/>
                  </a:moveTo>
                  <a:lnTo>
                    <a:pt x="5286375" y="2914650"/>
                  </a:lnTo>
                  <a:lnTo>
                    <a:pt x="5286375" y="0"/>
                  </a:lnTo>
                  <a:lnTo>
                    <a:pt x="0" y="0"/>
                  </a:lnTo>
                  <a:lnTo>
                    <a:pt x="0" y="2914650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9525" y="9525"/>
            <a:ext cx="8818880" cy="1760855"/>
            <a:chOff x="-9525" y="9525"/>
            <a:chExt cx="8818880" cy="1760855"/>
          </a:xfrm>
        </p:grpSpPr>
        <p:sp>
          <p:nvSpPr>
            <p:cNvPr id="7" name="object 7"/>
            <p:cNvSpPr/>
            <p:nvPr/>
          </p:nvSpPr>
          <p:spPr>
            <a:xfrm>
              <a:off x="0" y="19050"/>
              <a:ext cx="4000500" cy="1495425"/>
            </a:xfrm>
            <a:custGeom>
              <a:avLst/>
              <a:gdLst/>
              <a:ahLst/>
              <a:cxnLst/>
              <a:rect l="l" t="t" r="r" b="b"/>
              <a:pathLst>
                <a:path w="4000500" h="1495425">
                  <a:moveTo>
                    <a:pt x="0" y="1495425"/>
                  </a:moveTo>
                  <a:lnTo>
                    <a:pt x="4000500" y="1495425"/>
                  </a:lnTo>
                  <a:lnTo>
                    <a:pt x="4000500" y="0"/>
                  </a:lnTo>
                  <a:lnTo>
                    <a:pt x="0" y="0"/>
                  </a:lnTo>
                  <a:lnTo>
                    <a:pt x="0" y="1495425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5850" y="466725"/>
              <a:ext cx="2590800" cy="504825"/>
            </a:xfrm>
            <a:custGeom>
              <a:avLst/>
              <a:gdLst/>
              <a:ahLst/>
              <a:cxnLst/>
              <a:rect l="l" t="t" r="r" b="b"/>
              <a:pathLst>
                <a:path w="2590800" h="504825">
                  <a:moveTo>
                    <a:pt x="0" y="504825"/>
                  </a:moveTo>
                  <a:lnTo>
                    <a:pt x="228600" y="5048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  <a:path w="2590800" h="504825">
                  <a:moveTo>
                    <a:pt x="1181100" y="504825"/>
                  </a:moveTo>
                  <a:lnTo>
                    <a:pt x="1400175" y="504825"/>
                  </a:lnTo>
                  <a:lnTo>
                    <a:pt x="1400175" y="0"/>
                  </a:lnTo>
                  <a:lnTo>
                    <a:pt x="1181100" y="0"/>
                  </a:lnTo>
                  <a:lnTo>
                    <a:pt x="1181100" y="504825"/>
                  </a:lnTo>
                  <a:close/>
                </a:path>
                <a:path w="2590800" h="504825">
                  <a:moveTo>
                    <a:pt x="2362200" y="504825"/>
                  </a:moveTo>
                  <a:lnTo>
                    <a:pt x="2590800" y="504825"/>
                  </a:lnTo>
                  <a:lnTo>
                    <a:pt x="2590800" y="0"/>
                  </a:lnTo>
                  <a:lnTo>
                    <a:pt x="2362200" y="0"/>
                  </a:lnTo>
                  <a:lnTo>
                    <a:pt x="2362200" y="50482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99610" y="752475"/>
              <a:ext cx="4810125" cy="478790"/>
            </a:xfrm>
            <a:custGeom>
              <a:avLst/>
              <a:gdLst/>
              <a:ahLst/>
              <a:cxnLst/>
              <a:rect l="l" t="t" r="r" b="b"/>
              <a:pathLst>
                <a:path w="4810125" h="478790">
                  <a:moveTo>
                    <a:pt x="4737227" y="402844"/>
                  </a:moveTo>
                  <a:lnTo>
                    <a:pt x="4734654" y="431286"/>
                  </a:lnTo>
                  <a:lnTo>
                    <a:pt x="4747260" y="432435"/>
                  </a:lnTo>
                  <a:lnTo>
                    <a:pt x="4745709" y="450204"/>
                  </a:lnTo>
                  <a:lnTo>
                    <a:pt x="4745609" y="451358"/>
                  </a:lnTo>
                  <a:lnTo>
                    <a:pt x="4732838" y="451358"/>
                  </a:lnTo>
                  <a:lnTo>
                    <a:pt x="4730369" y="478663"/>
                  </a:lnTo>
                  <a:lnTo>
                    <a:pt x="4800198" y="451358"/>
                  </a:lnTo>
                  <a:lnTo>
                    <a:pt x="4745609" y="451358"/>
                  </a:lnTo>
                  <a:lnTo>
                    <a:pt x="4732943" y="450204"/>
                  </a:lnTo>
                  <a:lnTo>
                    <a:pt x="4803148" y="450204"/>
                  </a:lnTo>
                  <a:lnTo>
                    <a:pt x="4809617" y="447675"/>
                  </a:lnTo>
                  <a:lnTo>
                    <a:pt x="4737227" y="402844"/>
                  </a:lnTo>
                  <a:close/>
                </a:path>
                <a:path w="4810125" h="478790">
                  <a:moveTo>
                    <a:pt x="4734654" y="431286"/>
                  </a:moveTo>
                  <a:lnTo>
                    <a:pt x="4732943" y="450204"/>
                  </a:lnTo>
                  <a:lnTo>
                    <a:pt x="4745609" y="451358"/>
                  </a:lnTo>
                  <a:lnTo>
                    <a:pt x="4747260" y="432435"/>
                  </a:lnTo>
                  <a:lnTo>
                    <a:pt x="4734654" y="431286"/>
                  </a:lnTo>
                  <a:close/>
                </a:path>
                <a:path w="4810125" h="478790">
                  <a:moveTo>
                    <a:pt x="1777" y="0"/>
                  </a:moveTo>
                  <a:lnTo>
                    <a:pt x="0" y="19050"/>
                  </a:lnTo>
                  <a:lnTo>
                    <a:pt x="4732943" y="450204"/>
                  </a:lnTo>
                  <a:lnTo>
                    <a:pt x="4734550" y="432435"/>
                  </a:lnTo>
                  <a:lnTo>
                    <a:pt x="4734654" y="431286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73475" y="705358"/>
              <a:ext cx="2931160" cy="1064895"/>
            </a:xfrm>
            <a:custGeom>
              <a:avLst/>
              <a:gdLst/>
              <a:ahLst/>
              <a:cxnLst/>
              <a:rect l="l" t="t" r="r" b="b"/>
              <a:pathLst>
                <a:path w="2931159" h="1064895">
                  <a:moveTo>
                    <a:pt x="2855975" y="1037645"/>
                  </a:moveTo>
                  <a:lnTo>
                    <a:pt x="2846324" y="1064640"/>
                  </a:lnTo>
                  <a:lnTo>
                    <a:pt x="2930905" y="1054353"/>
                  </a:lnTo>
                  <a:lnTo>
                    <a:pt x="2918974" y="1041907"/>
                  </a:lnTo>
                  <a:lnTo>
                    <a:pt x="2867914" y="1041907"/>
                  </a:lnTo>
                  <a:lnTo>
                    <a:pt x="2855975" y="1037645"/>
                  </a:lnTo>
                  <a:close/>
                </a:path>
                <a:path w="2931159" h="1064895">
                  <a:moveTo>
                    <a:pt x="2862371" y="1019754"/>
                  </a:moveTo>
                  <a:lnTo>
                    <a:pt x="2855975" y="1037645"/>
                  </a:lnTo>
                  <a:lnTo>
                    <a:pt x="2867914" y="1041907"/>
                  </a:lnTo>
                  <a:lnTo>
                    <a:pt x="2874264" y="1024001"/>
                  </a:lnTo>
                  <a:lnTo>
                    <a:pt x="2862371" y="1019754"/>
                  </a:lnTo>
                  <a:close/>
                </a:path>
                <a:path w="2931159" h="1064895">
                  <a:moveTo>
                    <a:pt x="2871978" y="992886"/>
                  </a:moveTo>
                  <a:lnTo>
                    <a:pt x="2862371" y="1019754"/>
                  </a:lnTo>
                  <a:lnTo>
                    <a:pt x="2874264" y="1024001"/>
                  </a:lnTo>
                  <a:lnTo>
                    <a:pt x="2867914" y="1041907"/>
                  </a:lnTo>
                  <a:lnTo>
                    <a:pt x="2918974" y="1041907"/>
                  </a:lnTo>
                  <a:lnTo>
                    <a:pt x="2871978" y="992886"/>
                  </a:lnTo>
                  <a:close/>
                </a:path>
                <a:path w="2931159" h="1064895">
                  <a:moveTo>
                    <a:pt x="6350" y="0"/>
                  </a:moveTo>
                  <a:lnTo>
                    <a:pt x="0" y="18033"/>
                  </a:lnTo>
                  <a:lnTo>
                    <a:pt x="2855975" y="1037645"/>
                  </a:lnTo>
                  <a:lnTo>
                    <a:pt x="2862371" y="1019754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676140" y="356552"/>
            <a:ext cx="88773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OK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STRUCTURE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BUT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80" dirty="0">
                <a:solidFill>
                  <a:srgbClr val="FF0000"/>
                </a:solidFill>
                <a:latin typeface="Trebuchet MS"/>
                <a:cs typeface="Trebuchet MS"/>
              </a:rPr>
              <a:t>MISS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180" dirty="0">
                <a:solidFill>
                  <a:srgbClr val="FF0000"/>
                </a:solidFill>
                <a:latin typeface="Trebuchet MS"/>
                <a:cs typeface="Trebuchet MS"/>
              </a:rPr>
              <a:t>%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03147" y="714501"/>
            <a:ext cx="5292725" cy="1065530"/>
          </a:xfrm>
          <a:custGeom>
            <a:avLst/>
            <a:gdLst/>
            <a:ahLst/>
            <a:cxnLst/>
            <a:rect l="l" t="t" r="r" b="b"/>
            <a:pathLst>
              <a:path w="5292725" h="1065530">
                <a:moveTo>
                  <a:pt x="5292725" y="1042670"/>
                </a:moveTo>
                <a:lnTo>
                  <a:pt x="5289080" y="1039876"/>
                </a:lnTo>
                <a:lnTo>
                  <a:pt x="5287937" y="1038999"/>
                </a:lnTo>
                <a:lnTo>
                  <a:pt x="5284965" y="1036447"/>
                </a:lnTo>
                <a:lnTo>
                  <a:pt x="5227574" y="987171"/>
                </a:lnTo>
                <a:lnTo>
                  <a:pt x="5226431" y="991717"/>
                </a:lnTo>
                <a:lnTo>
                  <a:pt x="5225148" y="990727"/>
                </a:lnTo>
                <a:lnTo>
                  <a:pt x="5220449" y="1014793"/>
                </a:lnTo>
                <a:lnTo>
                  <a:pt x="1185164" y="127"/>
                </a:lnTo>
                <a:lnTo>
                  <a:pt x="1180592" y="18669"/>
                </a:lnTo>
                <a:lnTo>
                  <a:pt x="4943602" y="964869"/>
                </a:lnTo>
                <a:lnTo>
                  <a:pt x="3556" y="0"/>
                </a:lnTo>
                <a:lnTo>
                  <a:pt x="0" y="18796"/>
                </a:lnTo>
                <a:lnTo>
                  <a:pt x="5215001" y="1037234"/>
                </a:lnTo>
                <a:lnTo>
                  <a:pt x="5209032" y="1061085"/>
                </a:lnTo>
                <a:lnTo>
                  <a:pt x="5211496" y="1060538"/>
                </a:lnTo>
                <a:lnTo>
                  <a:pt x="5210556" y="1065403"/>
                </a:lnTo>
                <a:lnTo>
                  <a:pt x="5292725" y="104267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96000" y="4191000"/>
            <a:ext cx="5286375" cy="2571750"/>
          </a:xfrm>
          <a:custGeom>
            <a:avLst/>
            <a:gdLst/>
            <a:ahLst/>
            <a:cxnLst/>
            <a:rect l="l" t="t" r="r" b="b"/>
            <a:pathLst>
              <a:path w="5286375" h="2571750">
                <a:moveTo>
                  <a:pt x="0" y="2571750"/>
                </a:moveTo>
                <a:lnTo>
                  <a:pt x="5286375" y="2571750"/>
                </a:lnTo>
                <a:lnTo>
                  <a:pt x="5286375" y="0"/>
                </a:lnTo>
                <a:lnTo>
                  <a:pt x="0" y="0"/>
                </a:lnTo>
                <a:lnTo>
                  <a:pt x="0" y="257175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57775" y="5109464"/>
            <a:ext cx="912494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THESE</a:t>
            </a:r>
            <a:r>
              <a:rPr sz="950" spc="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SECTION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DOESN’T</a:t>
            </a:r>
            <a:r>
              <a:rPr sz="950" spc="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EXIST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018" y="64395"/>
            <a:ext cx="3783329" cy="6659880"/>
            <a:chOff x="112018" y="64395"/>
            <a:chExt cx="3783329" cy="6659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018" y="64395"/>
              <a:ext cx="3782940" cy="66594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0975" y="1543050"/>
              <a:ext cx="3609975" cy="4010025"/>
            </a:xfrm>
            <a:custGeom>
              <a:avLst/>
              <a:gdLst/>
              <a:ahLst/>
              <a:cxnLst/>
              <a:rect l="l" t="t" r="r" b="b"/>
              <a:pathLst>
                <a:path w="3609975" h="4010025">
                  <a:moveTo>
                    <a:pt x="0" y="4010025"/>
                  </a:moveTo>
                  <a:lnTo>
                    <a:pt x="3609975" y="4010025"/>
                  </a:lnTo>
                  <a:lnTo>
                    <a:pt x="3609975" y="0"/>
                  </a:lnTo>
                  <a:lnTo>
                    <a:pt x="0" y="0"/>
                  </a:lnTo>
                  <a:lnTo>
                    <a:pt x="0" y="401002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090289" y="2258123"/>
            <a:ext cx="1454150" cy="10902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30" dirty="0">
                <a:solidFill>
                  <a:srgbClr val="FF0000"/>
                </a:solidFill>
                <a:latin typeface="Trebuchet MS"/>
                <a:cs typeface="Trebuchet MS"/>
              </a:rPr>
              <a:t>PERCENTAGE</a:t>
            </a:r>
            <a:r>
              <a:rPr sz="950" spc="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05400"/>
              </a:lnSpc>
            </a:pP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MANDATORY,</a:t>
            </a:r>
            <a:r>
              <a:rPr sz="950" spc="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45" dirty="0">
                <a:solidFill>
                  <a:srgbClr val="FF0000"/>
                </a:solidFill>
                <a:latin typeface="Trebuchet MS"/>
                <a:cs typeface="Trebuchet MS"/>
              </a:rPr>
              <a:t>CAN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REMOVE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80" dirty="0">
                <a:solidFill>
                  <a:srgbClr val="FF0000"/>
                </a:solidFill>
                <a:latin typeface="Trebuchet MS"/>
                <a:cs typeface="Trebuchet MS"/>
              </a:rPr>
              <a:t>CHECK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30" dirty="0">
                <a:solidFill>
                  <a:srgbClr val="FF0000"/>
                </a:solidFill>
                <a:latin typeface="Trebuchet MS"/>
                <a:cs typeface="Trebuchet MS"/>
              </a:rPr>
              <a:t>BOX </a:t>
            </a:r>
            <a:r>
              <a:rPr sz="950" spc="60" dirty="0">
                <a:solidFill>
                  <a:srgbClr val="FF0000"/>
                </a:solidFill>
                <a:latin typeface="Trebuchet MS"/>
                <a:cs typeface="Trebuchet MS"/>
              </a:rPr>
              <a:t>ASSUMING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THAT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IF</a:t>
            </a:r>
            <a:r>
              <a:rPr sz="950" spc="-114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YOU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CHARGE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229" dirty="0">
                <a:solidFill>
                  <a:srgbClr val="FF0000"/>
                </a:solidFill>
                <a:latin typeface="Trebuchet MS"/>
                <a:cs typeface="Trebuchet MS"/>
              </a:rPr>
              <a:t>%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AGENCY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IS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INCLUDING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45" dirty="0">
                <a:solidFill>
                  <a:srgbClr val="FF0000"/>
                </a:solidFill>
                <a:latin typeface="Trebuchet MS"/>
                <a:cs typeface="Trebuchet MS"/>
              </a:rPr>
              <a:t>COMPETENCY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1450" y="742950"/>
            <a:ext cx="11610975" cy="6029325"/>
            <a:chOff x="171450" y="742950"/>
            <a:chExt cx="11610975" cy="60293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1675" y="742950"/>
              <a:ext cx="6000750" cy="5295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62650" y="828675"/>
              <a:ext cx="5743575" cy="5143500"/>
            </a:xfrm>
            <a:custGeom>
              <a:avLst/>
              <a:gdLst/>
              <a:ahLst/>
              <a:cxnLst/>
              <a:rect l="l" t="t" r="r" b="b"/>
              <a:pathLst>
                <a:path w="5743575" h="5143500">
                  <a:moveTo>
                    <a:pt x="0" y="5143500"/>
                  </a:moveTo>
                  <a:lnTo>
                    <a:pt x="5743575" y="5143500"/>
                  </a:lnTo>
                  <a:lnTo>
                    <a:pt x="5743575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90315" y="3367532"/>
              <a:ext cx="2175510" cy="187325"/>
            </a:xfrm>
            <a:custGeom>
              <a:avLst/>
              <a:gdLst/>
              <a:ahLst/>
              <a:cxnLst/>
              <a:rect l="l" t="t" r="r" b="b"/>
              <a:pathLst>
                <a:path w="2175510" h="187325">
                  <a:moveTo>
                    <a:pt x="2098670" y="28405"/>
                  </a:moveTo>
                  <a:lnTo>
                    <a:pt x="0" y="168275"/>
                  </a:lnTo>
                  <a:lnTo>
                    <a:pt x="1270" y="187325"/>
                  </a:lnTo>
                  <a:lnTo>
                    <a:pt x="2099944" y="47455"/>
                  </a:lnTo>
                  <a:lnTo>
                    <a:pt x="2098670" y="28405"/>
                  </a:lnTo>
                  <a:close/>
                </a:path>
                <a:path w="2175510" h="187325">
                  <a:moveTo>
                    <a:pt x="2162634" y="27558"/>
                  </a:moveTo>
                  <a:lnTo>
                    <a:pt x="2111375" y="27558"/>
                  </a:lnTo>
                  <a:lnTo>
                    <a:pt x="2112645" y="46608"/>
                  </a:lnTo>
                  <a:lnTo>
                    <a:pt x="2099944" y="47455"/>
                  </a:lnTo>
                  <a:lnTo>
                    <a:pt x="2101850" y="75945"/>
                  </a:lnTo>
                  <a:lnTo>
                    <a:pt x="2175383" y="32892"/>
                  </a:lnTo>
                  <a:lnTo>
                    <a:pt x="2162634" y="27558"/>
                  </a:lnTo>
                  <a:close/>
                </a:path>
                <a:path w="2175510" h="187325">
                  <a:moveTo>
                    <a:pt x="2111375" y="27558"/>
                  </a:moveTo>
                  <a:lnTo>
                    <a:pt x="2098670" y="28405"/>
                  </a:lnTo>
                  <a:lnTo>
                    <a:pt x="2099887" y="46608"/>
                  </a:lnTo>
                  <a:lnTo>
                    <a:pt x="2099944" y="47455"/>
                  </a:lnTo>
                  <a:lnTo>
                    <a:pt x="2112645" y="46608"/>
                  </a:lnTo>
                  <a:lnTo>
                    <a:pt x="2111431" y="28405"/>
                  </a:lnTo>
                  <a:lnTo>
                    <a:pt x="2111375" y="27558"/>
                  </a:lnTo>
                  <a:close/>
                </a:path>
                <a:path w="2175510" h="187325">
                  <a:moveTo>
                    <a:pt x="2096770" y="0"/>
                  </a:moveTo>
                  <a:lnTo>
                    <a:pt x="2098613" y="27558"/>
                  </a:lnTo>
                  <a:lnTo>
                    <a:pt x="2098670" y="28405"/>
                  </a:lnTo>
                  <a:lnTo>
                    <a:pt x="2111375" y="27558"/>
                  </a:lnTo>
                  <a:lnTo>
                    <a:pt x="2162634" y="27558"/>
                  </a:lnTo>
                  <a:lnTo>
                    <a:pt x="209677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0975" y="5629275"/>
              <a:ext cx="3609975" cy="1133475"/>
            </a:xfrm>
            <a:custGeom>
              <a:avLst/>
              <a:gdLst/>
              <a:ahLst/>
              <a:cxnLst/>
              <a:rect l="l" t="t" r="r" b="b"/>
              <a:pathLst>
                <a:path w="3609975" h="1133475">
                  <a:moveTo>
                    <a:pt x="0" y="1133475"/>
                  </a:moveTo>
                  <a:lnTo>
                    <a:pt x="3609975" y="1133475"/>
                  </a:lnTo>
                  <a:lnTo>
                    <a:pt x="3609975" y="0"/>
                  </a:lnTo>
                  <a:lnTo>
                    <a:pt x="0" y="0"/>
                  </a:lnTo>
                  <a:lnTo>
                    <a:pt x="0" y="113347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90441" y="6191262"/>
              <a:ext cx="2629535" cy="180340"/>
            </a:xfrm>
            <a:custGeom>
              <a:avLst/>
              <a:gdLst/>
              <a:ahLst/>
              <a:cxnLst/>
              <a:rect l="l" t="t" r="r" b="b"/>
              <a:pathLst>
                <a:path w="2629535" h="180339">
                  <a:moveTo>
                    <a:pt x="2555240" y="103670"/>
                  </a:moveTo>
                  <a:lnTo>
                    <a:pt x="2553763" y="132205"/>
                  </a:lnTo>
                  <a:lnTo>
                    <a:pt x="2566543" y="132867"/>
                  </a:lnTo>
                  <a:lnTo>
                    <a:pt x="2565562" y="151231"/>
                  </a:lnTo>
                  <a:lnTo>
                    <a:pt x="2565527" y="151892"/>
                  </a:lnTo>
                  <a:lnTo>
                    <a:pt x="2552745" y="151892"/>
                  </a:lnTo>
                  <a:lnTo>
                    <a:pt x="2551303" y="179768"/>
                  </a:lnTo>
                  <a:lnTo>
                    <a:pt x="2615154" y="151892"/>
                  </a:lnTo>
                  <a:lnTo>
                    <a:pt x="2565527" y="151892"/>
                  </a:lnTo>
                  <a:lnTo>
                    <a:pt x="2552779" y="151231"/>
                  </a:lnTo>
                  <a:lnTo>
                    <a:pt x="2616666" y="151231"/>
                  </a:lnTo>
                  <a:lnTo>
                    <a:pt x="2629408" y="145669"/>
                  </a:lnTo>
                  <a:lnTo>
                    <a:pt x="2555240" y="103670"/>
                  </a:lnTo>
                  <a:close/>
                </a:path>
                <a:path w="2629535" h="180339">
                  <a:moveTo>
                    <a:pt x="2553763" y="132205"/>
                  </a:moveTo>
                  <a:lnTo>
                    <a:pt x="2552779" y="151231"/>
                  </a:lnTo>
                  <a:lnTo>
                    <a:pt x="2565527" y="151892"/>
                  </a:lnTo>
                  <a:lnTo>
                    <a:pt x="2566543" y="132867"/>
                  </a:lnTo>
                  <a:lnTo>
                    <a:pt x="2553763" y="132205"/>
                  </a:lnTo>
                  <a:close/>
                </a:path>
                <a:path w="2629535" h="180339">
                  <a:moveTo>
                    <a:pt x="1016" y="0"/>
                  </a:moveTo>
                  <a:lnTo>
                    <a:pt x="0" y="19024"/>
                  </a:lnTo>
                  <a:lnTo>
                    <a:pt x="2552779" y="151231"/>
                  </a:lnTo>
                  <a:lnTo>
                    <a:pt x="2553729" y="132867"/>
                  </a:lnTo>
                  <a:lnTo>
                    <a:pt x="2553763" y="132205"/>
                  </a:lnTo>
                  <a:lnTo>
                    <a:pt x="10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62650" y="6124575"/>
            <a:ext cx="5743575" cy="552450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60"/>
              </a:spcBef>
            </a:pPr>
            <a:endParaRPr sz="950">
              <a:latin typeface="Times New Roman"/>
              <a:cs typeface="Times New Roman"/>
            </a:endParaRPr>
          </a:p>
          <a:p>
            <a:pPr marL="1712595">
              <a:lnSpc>
                <a:spcPct val="100000"/>
              </a:lnSpc>
            </a:pP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MISSED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7625" y="0"/>
            <a:ext cx="12144375" cy="6858000"/>
            <a:chOff x="47625" y="0"/>
            <a:chExt cx="1214437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57" y="1110572"/>
              <a:ext cx="6113260" cy="407298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7150" y="981075"/>
              <a:ext cx="6238875" cy="4286250"/>
            </a:xfrm>
            <a:custGeom>
              <a:avLst/>
              <a:gdLst/>
              <a:ahLst/>
              <a:cxnLst/>
              <a:rect l="l" t="t" r="r" b="b"/>
              <a:pathLst>
                <a:path w="6238875" h="4286250">
                  <a:moveTo>
                    <a:pt x="0" y="4286250"/>
                  </a:moveTo>
                  <a:lnTo>
                    <a:pt x="6238875" y="4286250"/>
                  </a:lnTo>
                  <a:lnTo>
                    <a:pt x="6238875" y="0"/>
                  </a:lnTo>
                  <a:lnTo>
                    <a:pt x="0" y="0"/>
                  </a:lnTo>
                  <a:lnTo>
                    <a:pt x="0" y="4286250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69792" y="5258053"/>
              <a:ext cx="3350260" cy="760095"/>
            </a:xfrm>
            <a:custGeom>
              <a:avLst/>
              <a:gdLst/>
              <a:ahLst/>
              <a:cxnLst/>
              <a:rect l="l" t="t" r="r" b="b"/>
              <a:pathLst>
                <a:path w="3350259" h="760095">
                  <a:moveTo>
                    <a:pt x="3273675" y="732085"/>
                  </a:moveTo>
                  <a:lnTo>
                    <a:pt x="3267583" y="759993"/>
                  </a:lnTo>
                  <a:lnTo>
                    <a:pt x="3350133" y="738987"/>
                  </a:lnTo>
                  <a:lnTo>
                    <a:pt x="3344903" y="734771"/>
                  </a:lnTo>
                  <a:lnTo>
                    <a:pt x="3285998" y="734771"/>
                  </a:lnTo>
                  <a:lnTo>
                    <a:pt x="3273675" y="732085"/>
                  </a:lnTo>
                  <a:close/>
                </a:path>
                <a:path w="3350259" h="760095">
                  <a:moveTo>
                    <a:pt x="3277737" y="713479"/>
                  </a:moveTo>
                  <a:lnTo>
                    <a:pt x="3273675" y="732085"/>
                  </a:lnTo>
                  <a:lnTo>
                    <a:pt x="3285998" y="734771"/>
                  </a:lnTo>
                  <a:lnTo>
                    <a:pt x="3290062" y="716165"/>
                  </a:lnTo>
                  <a:lnTo>
                    <a:pt x="3277737" y="713479"/>
                  </a:lnTo>
                  <a:close/>
                </a:path>
                <a:path w="3350259" h="760095">
                  <a:moveTo>
                    <a:pt x="3283839" y="685533"/>
                  </a:moveTo>
                  <a:lnTo>
                    <a:pt x="3277737" y="713479"/>
                  </a:lnTo>
                  <a:lnTo>
                    <a:pt x="3290062" y="716165"/>
                  </a:lnTo>
                  <a:lnTo>
                    <a:pt x="3285998" y="734771"/>
                  </a:lnTo>
                  <a:lnTo>
                    <a:pt x="3344903" y="734771"/>
                  </a:lnTo>
                  <a:lnTo>
                    <a:pt x="3283839" y="685533"/>
                  </a:lnTo>
                  <a:close/>
                </a:path>
                <a:path w="3350259" h="760095">
                  <a:moveTo>
                    <a:pt x="4064" y="0"/>
                  </a:moveTo>
                  <a:lnTo>
                    <a:pt x="0" y="18542"/>
                  </a:lnTo>
                  <a:lnTo>
                    <a:pt x="3273675" y="732085"/>
                  </a:lnTo>
                  <a:lnTo>
                    <a:pt x="3277737" y="713479"/>
                  </a:lnTo>
                  <a:lnTo>
                    <a:pt x="4064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0" y="0"/>
              <a:ext cx="5791200" cy="68579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524625" y="1609725"/>
            <a:ext cx="5610225" cy="3390900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50">
              <a:latin typeface="Times New Roman"/>
              <a:cs typeface="Times New Roman"/>
            </a:endParaRPr>
          </a:p>
          <a:p>
            <a:pPr marL="2245995">
              <a:lnSpc>
                <a:spcPct val="100000"/>
              </a:lnSpc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Remove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have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placed</a:t>
            </a:r>
            <a:r>
              <a:rPr sz="95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endParaRPr sz="950">
              <a:latin typeface="Trebuchet MS"/>
              <a:cs typeface="Trebuchet MS"/>
            </a:endParaRPr>
          </a:p>
          <a:p>
            <a:pPr marL="2245995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section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GENERAL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4625" y="5133975"/>
            <a:ext cx="5610225" cy="1724025"/>
          </a:xfrm>
          <a:prstGeom prst="rect">
            <a:avLst/>
          </a:prstGeom>
          <a:ln w="19050">
            <a:solidFill>
              <a:srgbClr val="8ED973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75"/>
              </a:spcBef>
            </a:pPr>
            <a:endParaRPr sz="950">
              <a:latin typeface="Times New Roman"/>
              <a:cs typeface="Times New Roman"/>
            </a:endParaRPr>
          </a:p>
          <a:p>
            <a:pPr marL="439420" algn="ctr">
              <a:lnSpc>
                <a:spcPct val="100000"/>
              </a:lnSpc>
              <a:spcBef>
                <a:spcPts val="5"/>
              </a:spcBef>
            </a:pPr>
            <a:r>
              <a:rPr sz="950" spc="60" dirty="0">
                <a:solidFill>
                  <a:srgbClr val="FF0000"/>
                </a:solidFill>
                <a:latin typeface="Trebuchet MS"/>
                <a:cs typeface="Trebuchet MS"/>
              </a:rPr>
              <a:t>Use</a:t>
            </a:r>
            <a:r>
              <a:rPr sz="95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right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text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8450" y="5381625"/>
            <a:ext cx="1638300" cy="990600"/>
          </a:xfrm>
          <a:custGeom>
            <a:avLst/>
            <a:gdLst/>
            <a:ahLst/>
            <a:cxnLst/>
            <a:rect l="l" t="t" r="r" b="b"/>
            <a:pathLst>
              <a:path w="1638300" h="990600">
                <a:moveTo>
                  <a:pt x="0" y="247650"/>
                </a:moveTo>
                <a:lnTo>
                  <a:pt x="1638300" y="247650"/>
                </a:lnTo>
                <a:lnTo>
                  <a:pt x="1638300" y="0"/>
                </a:lnTo>
                <a:lnTo>
                  <a:pt x="0" y="0"/>
                </a:lnTo>
                <a:lnTo>
                  <a:pt x="0" y="247650"/>
                </a:lnTo>
                <a:close/>
              </a:path>
              <a:path w="1638300" h="990600">
                <a:moveTo>
                  <a:pt x="0" y="990600"/>
                </a:moveTo>
                <a:lnTo>
                  <a:pt x="1638300" y="990600"/>
                </a:lnTo>
                <a:lnTo>
                  <a:pt x="1638300" y="742950"/>
                </a:lnTo>
                <a:lnTo>
                  <a:pt x="0" y="742950"/>
                </a:lnTo>
                <a:lnTo>
                  <a:pt x="0" y="99060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13073" y="1552575"/>
            <a:ext cx="8298180" cy="3905250"/>
            <a:chOff x="3513073" y="1552575"/>
            <a:chExt cx="8298180" cy="3905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599" y="1552575"/>
              <a:ext cx="7772400" cy="39052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95774" y="3257550"/>
              <a:ext cx="771525" cy="276225"/>
            </a:xfrm>
            <a:custGeom>
              <a:avLst/>
              <a:gdLst/>
              <a:ahLst/>
              <a:cxnLst/>
              <a:rect l="l" t="t" r="r" b="b"/>
              <a:pathLst>
                <a:path w="771525" h="276225">
                  <a:moveTo>
                    <a:pt x="0" y="276225"/>
                  </a:moveTo>
                  <a:lnTo>
                    <a:pt x="771525" y="276225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13073" y="3248151"/>
              <a:ext cx="779780" cy="172720"/>
            </a:xfrm>
            <a:custGeom>
              <a:avLst/>
              <a:gdLst/>
              <a:ahLst/>
              <a:cxnLst/>
              <a:rect l="l" t="t" r="r" b="b"/>
              <a:pathLst>
                <a:path w="779779" h="172720">
                  <a:moveTo>
                    <a:pt x="702738" y="144320"/>
                  </a:moveTo>
                  <a:lnTo>
                    <a:pt x="697738" y="172465"/>
                  </a:lnTo>
                  <a:lnTo>
                    <a:pt x="779399" y="148336"/>
                  </a:lnTo>
                  <a:lnTo>
                    <a:pt x="777013" y="146558"/>
                  </a:lnTo>
                  <a:lnTo>
                    <a:pt x="715263" y="146558"/>
                  </a:lnTo>
                  <a:lnTo>
                    <a:pt x="702738" y="144320"/>
                  </a:lnTo>
                  <a:close/>
                </a:path>
                <a:path w="779779" h="172720">
                  <a:moveTo>
                    <a:pt x="706076" y="125531"/>
                  </a:moveTo>
                  <a:lnTo>
                    <a:pt x="702738" y="144320"/>
                  </a:lnTo>
                  <a:lnTo>
                    <a:pt x="715263" y="146558"/>
                  </a:lnTo>
                  <a:lnTo>
                    <a:pt x="718565" y="127762"/>
                  </a:lnTo>
                  <a:lnTo>
                    <a:pt x="706076" y="125531"/>
                  </a:lnTo>
                  <a:close/>
                </a:path>
                <a:path w="779779" h="172720">
                  <a:moveTo>
                    <a:pt x="711073" y="97409"/>
                  </a:moveTo>
                  <a:lnTo>
                    <a:pt x="706076" y="125531"/>
                  </a:lnTo>
                  <a:lnTo>
                    <a:pt x="718565" y="127762"/>
                  </a:lnTo>
                  <a:lnTo>
                    <a:pt x="715263" y="146558"/>
                  </a:lnTo>
                  <a:lnTo>
                    <a:pt x="777013" y="146558"/>
                  </a:lnTo>
                  <a:lnTo>
                    <a:pt x="711073" y="97409"/>
                  </a:lnTo>
                  <a:close/>
                </a:path>
                <a:path w="779779" h="172720">
                  <a:moveTo>
                    <a:pt x="3301" y="0"/>
                  </a:moveTo>
                  <a:lnTo>
                    <a:pt x="0" y="18796"/>
                  </a:lnTo>
                  <a:lnTo>
                    <a:pt x="702738" y="144320"/>
                  </a:lnTo>
                  <a:lnTo>
                    <a:pt x="706076" y="125531"/>
                  </a:lnTo>
                  <a:lnTo>
                    <a:pt x="330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5774" y="5229225"/>
              <a:ext cx="771525" cy="171450"/>
            </a:xfrm>
            <a:custGeom>
              <a:avLst/>
              <a:gdLst/>
              <a:ahLst/>
              <a:cxnLst/>
              <a:rect l="l" t="t" r="r" b="b"/>
              <a:pathLst>
                <a:path w="771525" h="171450">
                  <a:moveTo>
                    <a:pt x="0" y="171450"/>
                  </a:moveTo>
                  <a:lnTo>
                    <a:pt x="771525" y="171450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17145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3073" y="5115052"/>
              <a:ext cx="779780" cy="172720"/>
            </a:xfrm>
            <a:custGeom>
              <a:avLst/>
              <a:gdLst/>
              <a:ahLst/>
              <a:cxnLst/>
              <a:rect l="l" t="t" r="r" b="b"/>
              <a:pathLst>
                <a:path w="779779" h="172720">
                  <a:moveTo>
                    <a:pt x="702738" y="144320"/>
                  </a:moveTo>
                  <a:lnTo>
                    <a:pt x="697738" y="172466"/>
                  </a:lnTo>
                  <a:lnTo>
                    <a:pt x="779399" y="148336"/>
                  </a:lnTo>
                  <a:lnTo>
                    <a:pt x="777013" y="146558"/>
                  </a:lnTo>
                  <a:lnTo>
                    <a:pt x="715263" y="146558"/>
                  </a:lnTo>
                  <a:lnTo>
                    <a:pt x="702738" y="144320"/>
                  </a:lnTo>
                  <a:close/>
                </a:path>
                <a:path w="779779" h="172720">
                  <a:moveTo>
                    <a:pt x="706076" y="125531"/>
                  </a:moveTo>
                  <a:lnTo>
                    <a:pt x="702738" y="144320"/>
                  </a:lnTo>
                  <a:lnTo>
                    <a:pt x="715263" y="146558"/>
                  </a:lnTo>
                  <a:lnTo>
                    <a:pt x="718565" y="127762"/>
                  </a:lnTo>
                  <a:lnTo>
                    <a:pt x="706076" y="125531"/>
                  </a:lnTo>
                  <a:close/>
                </a:path>
                <a:path w="779779" h="172720">
                  <a:moveTo>
                    <a:pt x="711073" y="97409"/>
                  </a:moveTo>
                  <a:lnTo>
                    <a:pt x="706076" y="125531"/>
                  </a:lnTo>
                  <a:lnTo>
                    <a:pt x="718565" y="127762"/>
                  </a:lnTo>
                  <a:lnTo>
                    <a:pt x="715263" y="146558"/>
                  </a:lnTo>
                  <a:lnTo>
                    <a:pt x="777013" y="146558"/>
                  </a:lnTo>
                  <a:lnTo>
                    <a:pt x="711073" y="97409"/>
                  </a:lnTo>
                  <a:close/>
                </a:path>
                <a:path w="779779" h="172720">
                  <a:moveTo>
                    <a:pt x="3301" y="0"/>
                  </a:moveTo>
                  <a:lnTo>
                    <a:pt x="0" y="18796"/>
                  </a:lnTo>
                  <a:lnTo>
                    <a:pt x="702738" y="144320"/>
                  </a:lnTo>
                  <a:lnTo>
                    <a:pt x="706076" y="125531"/>
                  </a:lnTo>
                  <a:lnTo>
                    <a:pt x="330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24685" y="3022282"/>
            <a:ext cx="15309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+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they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more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than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one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4685" y="4890516"/>
            <a:ext cx="1543685" cy="7842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 +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they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more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than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three.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Once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they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new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one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they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shoud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able 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select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role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by</a:t>
            </a:r>
            <a:r>
              <a:rPr sz="950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list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people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13909" y="0"/>
            <a:ext cx="6897370" cy="6858000"/>
            <a:chOff x="5113909" y="0"/>
            <a:chExt cx="689737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0" y="0"/>
              <a:ext cx="5343525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924675" y="5029200"/>
              <a:ext cx="771525" cy="276225"/>
            </a:xfrm>
            <a:custGeom>
              <a:avLst/>
              <a:gdLst/>
              <a:ahLst/>
              <a:cxnLst/>
              <a:rect l="l" t="t" r="r" b="b"/>
              <a:pathLst>
                <a:path w="771525" h="276225">
                  <a:moveTo>
                    <a:pt x="0" y="276225"/>
                  </a:moveTo>
                  <a:lnTo>
                    <a:pt x="771525" y="276225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1974" y="5019802"/>
              <a:ext cx="779780" cy="172720"/>
            </a:xfrm>
            <a:custGeom>
              <a:avLst/>
              <a:gdLst/>
              <a:ahLst/>
              <a:cxnLst/>
              <a:rect l="l" t="t" r="r" b="b"/>
              <a:pathLst>
                <a:path w="779779" h="172720">
                  <a:moveTo>
                    <a:pt x="702738" y="144320"/>
                  </a:moveTo>
                  <a:lnTo>
                    <a:pt x="697737" y="172466"/>
                  </a:lnTo>
                  <a:lnTo>
                    <a:pt x="779399" y="148336"/>
                  </a:lnTo>
                  <a:lnTo>
                    <a:pt x="777013" y="146558"/>
                  </a:lnTo>
                  <a:lnTo>
                    <a:pt x="715264" y="146558"/>
                  </a:lnTo>
                  <a:lnTo>
                    <a:pt x="702738" y="144320"/>
                  </a:lnTo>
                  <a:close/>
                </a:path>
                <a:path w="779779" h="172720">
                  <a:moveTo>
                    <a:pt x="706076" y="125531"/>
                  </a:moveTo>
                  <a:lnTo>
                    <a:pt x="702738" y="144320"/>
                  </a:lnTo>
                  <a:lnTo>
                    <a:pt x="715264" y="146558"/>
                  </a:lnTo>
                  <a:lnTo>
                    <a:pt x="718566" y="127762"/>
                  </a:lnTo>
                  <a:lnTo>
                    <a:pt x="706076" y="125531"/>
                  </a:lnTo>
                  <a:close/>
                </a:path>
                <a:path w="779779" h="172720">
                  <a:moveTo>
                    <a:pt x="711073" y="97409"/>
                  </a:moveTo>
                  <a:lnTo>
                    <a:pt x="706076" y="125531"/>
                  </a:lnTo>
                  <a:lnTo>
                    <a:pt x="718566" y="127762"/>
                  </a:lnTo>
                  <a:lnTo>
                    <a:pt x="715264" y="146558"/>
                  </a:lnTo>
                  <a:lnTo>
                    <a:pt x="777013" y="146558"/>
                  </a:lnTo>
                  <a:lnTo>
                    <a:pt x="711073" y="97409"/>
                  </a:lnTo>
                  <a:close/>
                </a:path>
                <a:path w="779779" h="172720">
                  <a:moveTo>
                    <a:pt x="3301" y="0"/>
                  </a:moveTo>
                  <a:lnTo>
                    <a:pt x="0" y="18796"/>
                  </a:lnTo>
                  <a:lnTo>
                    <a:pt x="702738" y="144320"/>
                  </a:lnTo>
                  <a:lnTo>
                    <a:pt x="706076" y="125531"/>
                  </a:lnTo>
                  <a:lnTo>
                    <a:pt x="330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53500" y="5162550"/>
              <a:ext cx="771525" cy="285750"/>
            </a:xfrm>
            <a:custGeom>
              <a:avLst/>
              <a:gdLst/>
              <a:ahLst/>
              <a:cxnLst/>
              <a:rect l="l" t="t" r="r" b="b"/>
              <a:pathLst>
                <a:path w="771525" h="285750">
                  <a:moveTo>
                    <a:pt x="0" y="285750"/>
                  </a:moveTo>
                  <a:lnTo>
                    <a:pt x="771525" y="285750"/>
                  </a:lnTo>
                  <a:lnTo>
                    <a:pt x="7715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13909" y="5276088"/>
              <a:ext cx="3834765" cy="467995"/>
            </a:xfrm>
            <a:custGeom>
              <a:avLst/>
              <a:gdLst/>
              <a:ahLst/>
              <a:cxnLst/>
              <a:rect l="l" t="t" r="r" b="b"/>
              <a:pathLst>
                <a:path w="3834765" h="467995">
                  <a:moveTo>
                    <a:pt x="3757814" y="28343"/>
                  </a:moveTo>
                  <a:lnTo>
                    <a:pt x="0" y="448830"/>
                  </a:lnTo>
                  <a:lnTo>
                    <a:pt x="2031" y="467766"/>
                  </a:lnTo>
                  <a:lnTo>
                    <a:pt x="3759940" y="47256"/>
                  </a:lnTo>
                  <a:lnTo>
                    <a:pt x="3757925" y="29337"/>
                  </a:lnTo>
                  <a:lnTo>
                    <a:pt x="3757814" y="28343"/>
                  </a:lnTo>
                  <a:close/>
                </a:path>
                <a:path w="3834765" h="467995">
                  <a:moveTo>
                    <a:pt x="3828057" y="26924"/>
                  </a:moveTo>
                  <a:lnTo>
                    <a:pt x="3770502" y="26924"/>
                  </a:lnTo>
                  <a:lnTo>
                    <a:pt x="3772535" y="45846"/>
                  </a:lnTo>
                  <a:lnTo>
                    <a:pt x="3759940" y="47256"/>
                  </a:lnTo>
                  <a:lnTo>
                    <a:pt x="3763137" y="75692"/>
                  </a:lnTo>
                  <a:lnTo>
                    <a:pt x="3834638" y="29337"/>
                  </a:lnTo>
                  <a:lnTo>
                    <a:pt x="3828057" y="26924"/>
                  </a:lnTo>
                  <a:close/>
                </a:path>
                <a:path w="3834765" h="467995">
                  <a:moveTo>
                    <a:pt x="3770502" y="26924"/>
                  </a:moveTo>
                  <a:lnTo>
                    <a:pt x="3757814" y="28343"/>
                  </a:lnTo>
                  <a:lnTo>
                    <a:pt x="3759940" y="47256"/>
                  </a:lnTo>
                  <a:lnTo>
                    <a:pt x="3772535" y="45846"/>
                  </a:lnTo>
                  <a:lnTo>
                    <a:pt x="3770502" y="26924"/>
                  </a:lnTo>
                  <a:close/>
                </a:path>
                <a:path w="3834765" h="467995">
                  <a:moveTo>
                    <a:pt x="3754627" y="0"/>
                  </a:moveTo>
                  <a:lnTo>
                    <a:pt x="3757814" y="28343"/>
                  </a:lnTo>
                  <a:lnTo>
                    <a:pt x="3770502" y="26924"/>
                  </a:lnTo>
                  <a:lnTo>
                    <a:pt x="3828057" y="26924"/>
                  </a:lnTo>
                  <a:lnTo>
                    <a:pt x="375462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10530" y="4349495"/>
            <a:ext cx="1543050" cy="6318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 +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they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more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than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one.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They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should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be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able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add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even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new</a:t>
            </a:r>
            <a:r>
              <a:rPr sz="95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award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or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prize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2070" y="5642292"/>
            <a:ext cx="11309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Miss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Section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Divider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975" y="238125"/>
            <a:ext cx="5139690" cy="6381750"/>
            <a:chOff x="180975" y="238125"/>
            <a:chExt cx="5139690" cy="63817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021" y="305756"/>
              <a:ext cx="4238609" cy="62319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0500" y="247650"/>
              <a:ext cx="4572000" cy="6362700"/>
            </a:xfrm>
            <a:custGeom>
              <a:avLst/>
              <a:gdLst/>
              <a:ahLst/>
              <a:cxnLst/>
              <a:rect l="l" t="t" r="r" b="b"/>
              <a:pathLst>
                <a:path w="4572000" h="6362700">
                  <a:moveTo>
                    <a:pt x="0" y="6362700"/>
                  </a:moveTo>
                  <a:lnTo>
                    <a:pt x="4572000" y="6362700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6362700"/>
                  </a:lnTo>
                  <a:close/>
                </a:path>
              </a:pathLst>
            </a:custGeom>
            <a:ln w="19050">
              <a:solidFill>
                <a:srgbClr val="8ED9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41545" y="540893"/>
              <a:ext cx="579120" cy="2511425"/>
            </a:xfrm>
            <a:custGeom>
              <a:avLst/>
              <a:gdLst/>
              <a:ahLst/>
              <a:cxnLst/>
              <a:rect l="l" t="t" r="r" b="b"/>
              <a:pathLst>
                <a:path w="579120" h="2511425">
                  <a:moveTo>
                    <a:pt x="0" y="2428494"/>
                  </a:moveTo>
                  <a:lnTo>
                    <a:pt x="20954" y="2511171"/>
                  </a:lnTo>
                  <a:lnTo>
                    <a:pt x="69310" y="2451100"/>
                  </a:lnTo>
                  <a:lnTo>
                    <a:pt x="43814" y="2451100"/>
                  </a:lnTo>
                  <a:lnTo>
                    <a:pt x="25272" y="2447036"/>
                  </a:lnTo>
                  <a:lnTo>
                    <a:pt x="27989" y="2434607"/>
                  </a:lnTo>
                  <a:lnTo>
                    <a:pt x="0" y="2428494"/>
                  </a:lnTo>
                  <a:close/>
                </a:path>
                <a:path w="579120" h="2511425">
                  <a:moveTo>
                    <a:pt x="27989" y="2434607"/>
                  </a:moveTo>
                  <a:lnTo>
                    <a:pt x="25272" y="2447036"/>
                  </a:lnTo>
                  <a:lnTo>
                    <a:pt x="43814" y="2451100"/>
                  </a:lnTo>
                  <a:lnTo>
                    <a:pt x="46534" y="2438658"/>
                  </a:lnTo>
                  <a:lnTo>
                    <a:pt x="27989" y="2434607"/>
                  </a:lnTo>
                  <a:close/>
                </a:path>
                <a:path w="579120" h="2511425">
                  <a:moveTo>
                    <a:pt x="46534" y="2438658"/>
                  </a:moveTo>
                  <a:lnTo>
                    <a:pt x="43814" y="2451100"/>
                  </a:lnTo>
                  <a:lnTo>
                    <a:pt x="69310" y="2451100"/>
                  </a:lnTo>
                  <a:lnTo>
                    <a:pt x="74421" y="2444750"/>
                  </a:lnTo>
                  <a:lnTo>
                    <a:pt x="46534" y="2438658"/>
                  </a:lnTo>
                  <a:close/>
                </a:path>
                <a:path w="579120" h="2511425">
                  <a:moveTo>
                    <a:pt x="560196" y="0"/>
                  </a:moveTo>
                  <a:lnTo>
                    <a:pt x="27989" y="2434607"/>
                  </a:lnTo>
                  <a:lnTo>
                    <a:pt x="46534" y="2438658"/>
                  </a:lnTo>
                  <a:lnTo>
                    <a:pt x="578738" y="4064"/>
                  </a:lnTo>
                  <a:lnTo>
                    <a:pt x="560196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393054" y="369887"/>
            <a:ext cx="2691765" cy="1016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Step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8</a:t>
            </a:r>
            <a:r>
              <a:rPr sz="950" spc="2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«Add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On»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include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all</a:t>
            </a:r>
            <a:endParaRPr sz="950">
              <a:latin typeface="Trebuchet MS"/>
              <a:cs typeface="Trebuchet MS"/>
            </a:endParaRPr>
          </a:p>
          <a:p>
            <a:pPr marL="1651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these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requests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ts val="1300"/>
              </a:lnSpc>
              <a:spcBef>
                <a:spcPts val="5"/>
              </a:spcBef>
            </a:pPr>
            <a:r>
              <a:rPr sz="1100" b="1" spc="-30" dirty="0">
                <a:solidFill>
                  <a:srgbClr val="FF0000"/>
                </a:solidFill>
                <a:latin typeface="Trebuchet MS"/>
                <a:cs typeface="Trebuchet MS"/>
              </a:rPr>
              <a:t>STILL</a:t>
            </a:r>
            <a:r>
              <a:rPr sz="1100" b="1" spc="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0000"/>
                </a:solidFill>
                <a:latin typeface="Trebuchet MS"/>
                <a:cs typeface="Trebuchet MS"/>
              </a:rPr>
              <a:t>MISSED,</a:t>
            </a:r>
            <a:r>
              <a:rPr sz="1100" b="1" spc="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0000"/>
                </a:solidFill>
                <a:latin typeface="Trebuchet MS"/>
                <a:cs typeface="Trebuchet MS"/>
              </a:rPr>
              <a:t>SOCIAL</a:t>
            </a:r>
            <a:r>
              <a:rPr sz="1100" b="1" spc="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0000"/>
                </a:solidFill>
                <a:latin typeface="Trebuchet MS"/>
                <a:cs typeface="Trebuchet MS"/>
              </a:rPr>
              <a:t>RESPONSIBILITY</a:t>
            </a:r>
            <a:r>
              <a:rPr sz="1100" b="1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25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ts val="1300"/>
              </a:lnSpc>
            </a:pPr>
            <a:r>
              <a:rPr sz="1100" b="1" spc="-10" dirty="0">
                <a:solidFill>
                  <a:srgbClr val="FF0000"/>
                </a:solidFill>
                <a:latin typeface="Trebuchet MS"/>
                <a:cs typeface="Trebuchet MS"/>
              </a:rPr>
              <a:t>CURRENTLY</a:t>
            </a:r>
            <a:r>
              <a:rPr sz="1100" b="1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FF0000"/>
                </a:solidFill>
                <a:latin typeface="Trebuchet MS"/>
                <a:cs typeface="Trebuchet MS"/>
              </a:rPr>
              <a:t>UNDER</a:t>
            </a:r>
            <a:r>
              <a:rPr sz="1100" b="1"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Trebuchet MS"/>
                <a:cs typeface="Trebuchet MS"/>
              </a:rPr>
              <a:t>AWARDS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48325" y="2638425"/>
            <a:ext cx="6143625" cy="2076450"/>
            <a:chOff x="5648325" y="2638425"/>
            <a:chExt cx="6143625" cy="20764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8325" y="2647950"/>
              <a:ext cx="6143625" cy="20574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2625" y="2647950"/>
              <a:ext cx="5895975" cy="2057400"/>
            </a:xfrm>
            <a:custGeom>
              <a:avLst/>
              <a:gdLst/>
              <a:ahLst/>
              <a:cxnLst/>
              <a:rect l="l" t="t" r="r" b="b"/>
              <a:pathLst>
                <a:path w="5895975" h="2057400">
                  <a:moveTo>
                    <a:pt x="0" y="2057400"/>
                  </a:moveTo>
                  <a:lnTo>
                    <a:pt x="5895975" y="2057400"/>
                  </a:lnTo>
                  <a:lnTo>
                    <a:pt x="5895975" y="0"/>
                  </a:lnTo>
                  <a:lnTo>
                    <a:pt x="0" y="0"/>
                  </a:lnTo>
                  <a:lnTo>
                    <a:pt x="0" y="20574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23605" y="4822825"/>
            <a:ext cx="53784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FF0000"/>
                </a:solidFill>
                <a:latin typeface="Trebuchet MS"/>
                <a:cs typeface="Trebuchet MS"/>
              </a:rPr>
              <a:t>Pdf</a:t>
            </a:r>
            <a:r>
              <a:rPr sz="1100" b="1" spc="-1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FF0000"/>
                </a:solidFill>
                <a:latin typeface="Trebuchet MS"/>
                <a:cs typeface="Trebuchet MS"/>
              </a:rPr>
              <a:t>only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52817"/>
            <a:ext cx="9551670" cy="35934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139065">
              <a:lnSpc>
                <a:spcPct val="100899"/>
              </a:lnSpc>
              <a:spcBef>
                <a:spcPts val="80"/>
              </a:spcBef>
            </a:pPr>
            <a:r>
              <a:rPr sz="1800" spc="-10" dirty="0">
                <a:latin typeface="Trebuchet MS"/>
                <a:cs typeface="Trebuchet MS"/>
              </a:rPr>
              <a:t>Beyond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visual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aspect,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what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fundamentally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important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that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super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admin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must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able </a:t>
            </a:r>
            <a:r>
              <a:rPr sz="1800" spc="-55" dirty="0">
                <a:latin typeface="Trebuchet MS"/>
                <a:cs typeface="Trebuchet MS"/>
              </a:rPr>
              <a:t>to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modify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fields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within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registration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sections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and/or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new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stages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with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additional sections.</a:t>
            </a:r>
            <a:endParaRPr sz="1800">
              <a:latin typeface="Trebuchet MS"/>
              <a:cs typeface="Trebuchet MS"/>
            </a:endParaRPr>
          </a:p>
          <a:p>
            <a:pPr marL="12700" marR="90805">
              <a:lnSpc>
                <a:spcPct val="99700"/>
              </a:lnSpc>
              <a:spcBef>
                <a:spcPts val="25"/>
              </a:spcBef>
            </a:pPr>
            <a:r>
              <a:rPr sz="1800" spc="-45" dirty="0">
                <a:latin typeface="Trebuchet MS"/>
                <a:cs typeface="Trebuchet MS"/>
              </a:rPr>
              <a:t>Another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important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note: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in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Turnover</a:t>
            </a:r>
            <a:r>
              <a:rPr sz="1800" b="1" spc="-204" dirty="0">
                <a:latin typeface="Trebuchet MS"/>
                <a:cs typeface="Trebuchet MS"/>
              </a:rPr>
              <a:t> </a:t>
            </a:r>
            <a:r>
              <a:rPr sz="1800" b="1" spc="440" dirty="0">
                <a:latin typeface="Trebuchet MS"/>
                <a:cs typeface="Trebuchet MS"/>
              </a:rPr>
              <a:t>s</a:t>
            </a:r>
            <a:r>
              <a:rPr sz="1800" b="1" spc="-1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Clients</a:t>
            </a:r>
            <a:r>
              <a:rPr sz="1800" b="1" spc="-10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section,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years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must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update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automatically. </a:t>
            </a:r>
            <a:r>
              <a:rPr sz="1800" spc="-10" dirty="0">
                <a:latin typeface="Trebuchet MS"/>
                <a:cs typeface="Trebuchet MS"/>
              </a:rPr>
              <a:t>We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require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five-</a:t>
            </a:r>
            <a:r>
              <a:rPr sz="1800" spc="-70" dirty="0">
                <a:latin typeface="Trebuchet MS"/>
                <a:cs typeface="Trebuchet MS"/>
              </a:rPr>
              <a:t>year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historical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90" dirty="0">
                <a:latin typeface="Trebuchet MS"/>
                <a:cs typeface="Trebuchet MS"/>
              </a:rPr>
              <a:t>view;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therefore,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in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2026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we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would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request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2025,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2024,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2023, </a:t>
            </a:r>
            <a:r>
              <a:rPr sz="1800" spc="-35" dirty="0">
                <a:latin typeface="Trebuchet MS"/>
                <a:cs typeface="Trebuchet MS"/>
              </a:rPr>
              <a:t>2022,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2021.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In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2027,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we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would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request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2026,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2025,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2024,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2023,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2022,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so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on. </a:t>
            </a:r>
            <a:r>
              <a:rPr sz="1800" spc="-50" dirty="0">
                <a:latin typeface="Trebuchet MS"/>
                <a:cs typeface="Trebuchet MS"/>
              </a:rPr>
              <a:t>This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must </a:t>
            </a:r>
            <a:r>
              <a:rPr sz="1800" spc="-30" dirty="0">
                <a:latin typeface="Trebuchet MS"/>
                <a:cs typeface="Trebuchet MS"/>
              </a:rPr>
              <a:t>update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automatically.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latin typeface="Trebuchet MS"/>
                <a:cs typeface="Trebuchet MS"/>
              </a:rPr>
              <a:t>Additional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relevant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technical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aspects: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2180"/>
              </a:lnSpc>
              <a:spcBef>
                <a:spcPts val="70"/>
              </a:spcBef>
            </a:pPr>
            <a:r>
              <a:rPr sz="1800" spc="-10" dirty="0">
                <a:latin typeface="Trebuchet MS"/>
                <a:cs typeface="Trebuchet MS"/>
              </a:rPr>
              <a:t>When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user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completes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registration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profile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must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undergo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our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review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before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being </a:t>
            </a:r>
            <a:r>
              <a:rPr sz="1800" spc="-25" dirty="0">
                <a:latin typeface="Trebuchet MS"/>
                <a:cs typeface="Trebuchet MS"/>
              </a:rPr>
              <a:t>published.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Final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approval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publication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must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granted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by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us.</a:t>
            </a:r>
            <a:endParaRPr sz="1800">
              <a:latin typeface="Trebuchet MS"/>
              <a:cs typeface="Trebuchet MS"/>
            </a:endParaRPr>
          </a:p>
          <a:p>
            <a:pPr marL="12700" marR="514350">
              <a:lnSpc>
                <a:spcPts val="2100"/>
              </a:lnSpc>
              <a:spcBef>
                <a:spcPts val="65"/>
              </a:spcBef>
            </a:pPr>
            <a:r>
              <a:rPr sz="1800" dirty="0">
                <a:latin typeface="Trebuchet MS"/>
                <a:cs typeface="Trebuchet MS"/>
              </a:rPr>
              <a:t>Users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must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not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allowed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to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register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with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personal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email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addresses.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restriction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should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be </a:t>
            </a:r>
            <a:r>
              <a:rPr sz="1800" spc="-40" dirty="0">
                <a:latin typeface="Trebuchet MS"/>
                <a:cs typeface="Trebuchet MS"/>
              </a:rPr>
              <a:t>implemented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to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accept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only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corporate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domains.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" y="419100"/>
            <a:ext cx="6000750" cy="6019800"/>
            <a:chOff x="714375" y="419100"/>
            <a:chExt cx="6000750" cy="6019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" y="419100"/>
              <a:ext cx="6000750" cy="6019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5" y="419100"/>
              <a:ext cx="6000750" cy="35242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9150" y="447675"/>
            <a:ext cx="5848350" cy="285750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407160" algn="r">
              <a:lnSpc>
                <a:spcPts val="2070"/>
              </a:lnSpc>
            </a:pPr>
            <a:r>
              <a:rPr spc="-20" dirty="0"/>
              <a:t>Aura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809625" y="505079"/>
            <a:ext cx="6270625" cy="1351915"/>
            <a:chOff x="809625" y="505079"/>
            <a:chExt cx="6270625" cy="13519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00" y="781050"/>
              <a:ext cx="981075" cy="2000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67500" y="790829"/>
              <a:ext cx="365760" cy="107950"/>
            </a:xfrm>
            <a:custGeom>
              <a:avLst/>
              <a:gdLst/>
              <a:ahLst/>
              <a:cxnLst/>
              <a:rect l="l" t="t" r="r" b="b"/>
              <a:pathLst>
                <a:path w="365759" h="107950">
                  <a:moveTo>
                    <a:pt x="66675" y="33147"/>
                  </a:moveTo>
                  <a:lnTo>
                    <a:pt x="0" y="86233"/>
                  </a:lnTo>
                  <a:lnTo>
                    <a:pt x="82423" y="107696"/>
                  </a:lnTo>
                  <a:lnTo>
                    <a:pt x="77084" y="82423"/>
                  </a:lnTo>
                  <a:lnTo>
                    <a:pt x="64134" y="82423"/>
                  </a:lnTo>
                  <a:lnTo>
                    <a:pt x="60198" y="63754"/>
                  </a:lnTo>
                  <a:lnTo>
                    <a:pt x="72587" y="61134"/>
                  </a:lnTo>
                  <a:lnTo>
                    <a:pt x="66675" y="33147"/>
                  </a:lnTo>
                  <a:close/>
                </a:path>
                <a:path w="365759" h="107950">
                  <a:moveTo>
                    <a:pt x="72587" y="61134"/>
                  </a:moveTo>
                  <a:lnTo>
                    <a:pt x="60198" y="63754"/>
                  </a:lnTo>
                  <a:lnTo>
                    <a:pt x="64134" y="82423"/>
                  </a:lnTo>
                  <a:lnTo>
                    <a:pt x="76529" y="79796"/>
                  </a:lnTo>
                  <a:lnTo>
                    <a:pt x="72587" y="61134"/>
                  </a:lnTo>
                  <a:close/>
                </a:path>
                <a:path w="365759" h="107950">
                  <a:moveTo>
                    <a:pt x="76529" y="79796"/>
                  </a:moveTo>
                  <a:lnTo>
                    <a:pt x="64134" y="82423"/>
                  </a:lnTo>
                  <a:lnTo>
                    <a:pt x="77084" y="82423"/>
                  </a:lnTo>
                  <a:lnTo>
                    <a:pt x="76529" y="79796"/>
                  </a:lnTo>
                  <a:close/>
                </a:path>
                <a:path w="365759" h="107950">
                  <a:moveTo>
                    <a:pt x="361696" y="0"/>
                  </a:moveTo>
                  <a:lnTo>
                    <a:pt x="72587" y="61134"/>
                  </a:lnTo>
                  <a:lnTo>
                    <a:pt x="76529" y="79796"/>
                  </a:lnTo>
                  <a:lnTo>
                    <a:pt x="365632" y="18542"/>
                  </a:lnTo>
                  <a:lnTo>
                    <a:pt x="3616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9150" y="762000"/>
              <a:ext cx="5857875" cy="571500"/>
            </a:xfrm>
            <a:custGeom>
              <a:avLst/>
              <a:gdLst/>
              <a:ahLst/>
              <a:cxnLst/>
              <a:rect l="l" t="t" r="r" b="b"/>
              <a:pathLst>
                <a:path w="5857875" h="571500">
                  <a:moveTo>
                    <a:pt x="4876800" y="209550"/>
                  </a:moveTo>
                  <a:lnTo>
                    <a:pt x="5857875" y="209550"/>
                  </a:lnTo>
                  <a:lnTo>
                    <a:pt x="5857875" y="0"/>
                  </a:lnTo>
                  <a:lnTo>
                    <a:pt x="4876800" y="0"/>
                  </a:lnTo>
                  <a:lnTo>
                    <a:pt x="4876800" y="209550"/>
                  </a:lnTo>
                  <a:close/>
                </a:path>
                <a:path w="5857875" h="571500">
                  <a:moveTo>
                    <a:pt x="0" y="571500"/>
                  </a:moveTo>
                  <a:lnTo>
                    <a:pt x="4848225" y="571500"/>
                  </a:lnTo>
                  <a:lnTo>
                    <a:pt x="4848225" y="38100"/>
                  </a:lnTo>
                  <a:lnTo>
                    <a:pt x="0" y="38100"/>
                  </a:lnTo>
                  <a:lnTo>
                    <a:pt x="0" y="5715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1625" y="505078"/>
              <a:ext cx="1698625" cy="1351915"/>
            </a:xfrm>
            <a:custGeom>
              <a:avLst/>
              <a:gdLst/>
              <a:ahLst/>
              <a:cxnLst/>
              <a:rect l="l" t="t" r="r" b="b"/>
              <a:pathLst>
                <a:path w="1698625" h="1351914">
                  <a:moveTo>
                    <a:pt x="1651000" y="1113282"/>
                  </a:moveTo>
                  <a:lnTo>
                    <a:pt x="1642999" y="1096010"/>
                  </a:lnTo>
                  <a:lnTo>
                    <a:pt x="1179664" y="1308658"/>
                  </a:lnTo>
                  <a:lnTo>
                    <a:pt x="1167765" y="1282700"/>
                  </a:lnTo>
                  <a:lnTo>
                    <a:pt x="1114425" y="1349121"/>
                  </a:lnTo>
                  <a:lnTo>
                    <a:pt x="1199515" y="1351915"/>
                  </a:lnTo>
                  <a:lnTo>
                    <a:pt x="1190015" y="1331214"/>
                  </a:lnTo>
                  <a:lnTo>
                    <a:pt x="1187602" y="1325956"/>
                  </a:lnTo>
                  <a:lnTo>
                    <a:pt x="1651000" y="1113282"/>
                  </a:lnTo>
                  <a:close/>
                </a:path>
                <a:path w="1698625" h="1351914">
                  <a:moveTo>
                    <a:pt x="1661033" y="18542"/>
                  </a:moveTo>
                  <a:lnTo>
                    <a:pt x="1657096" y="0"/>
                  </a:lnTo>
                  <a:lnTo>
                    <a:pt x="1367980" y="61137"/>
                  </a:lnTo>
                  <a:lnTo>
                    <a:pt x="1362075" y="33147"/>
                  </a:lnTo>
                  <a:lnTo>
                    <a:pt x="1295400" y="86233"/>
                  </a:lnTo>
                  <a:lnTo>
                    <a:pt x="1377823" y="107696"/>
                  </a:lnTo>
                  <a:lnTo>
                    <a:pt x="1372476" y="82423"/>
                  </a:lnTo>
                  <a:lnTo>
                    <a:pt x="1371917" y="79806"/>
                  </a:lnTo>
                  <a:lnTo>
                    <a:pt x="1661033" y="18542"/>
                  </a:lnTo>
                  <a:close/>
                </a:path>
                <a:path w="1698625" h="1351914">
                  <a:moveTo>
                    <a:pt x="1698498" y="609346"/>
                  </a:moveTo>
                  <a:lnTo>
                    <a:pt x="1697228" y="590296"/>
                  </a:lnTo>
                  <a:lnTo>
                    <a:pt x="75349" y="700951"/>
                  </a:lnTo>
                  <a:lnTo>
                    <a:pt x="73406" y="672465"/>
                  </a:lnTo>
                  <a:lnTo>
                    <a:pt x="0" y="715645"/>
                  </a:lnTo>
                  <a:lnTo>
                    <a:pt x="78613" y="748538"/>
                  </a:lnTo>
                  <a:lnTo>
                    <a:pt x="76708" y="720852"/>
                  </a:lnTo>
                  <a:lnTo>
                    <a:pt x="76657" y="720001"/>
                  </a:lnTo>
                  <a:lnTo>
                    <a:pt x="1698498" y="60934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99934" y="414972"/>
            <a:ext cx="1327785" cy="434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menu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Move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here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user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icon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9934" y="1008697"/>
            <a:ext cx="1373505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dark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blue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same dark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blue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9868" y="2979356"/>
            <a:ext cx="4481195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An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important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technical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note: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not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fields </a:t>
            </a:r>
            <a:r>
              <a:rPr sz="1800" dirty="0">
                <a:latin typeface="Trebuchet MS"/>
                <a:cs typeface="Trebuchet MS"/>
              </a:rPr>
              <a:t>should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editable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independently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by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user. </a:t>
            </a:r>
            <a:r>
              <a:rPr sz="1800" spc="-30" dirty="0">
                <a:latin typeface="Trebuchet MS"/>
                <a:cs typeface="Trebuchet MS"/>
              </a:rPr>
              <a:t>By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when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I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need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to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provide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with </a:t>
            </a:r>
            <a:r>
              <a:rPr sz="1800" spc="-30" dirty="0">
                <a:latin typeface="Trebuchet MS"/>
                <a:cs typeface="Trebuchet MS"/>
              </a:rPr>
              <a:t>feedback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which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fields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modified autonomously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which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should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require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our </a:t>
            </a:r>
            <a:r>
              <a:rPr sz="1800" spc="-65" dirty="0">
                <a:latin typeface="Trebuchet MS"/>
                <a:cs typeface="Trebuchet MS"/>
              </a:rPr>
              <a:t>prior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approval?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" y="419100"/>
            <a:ext cx="6000750" cy="4953000"/>
            <a:chOff x="714375" y="419100"/>
            <a:chExt cx="6000750" cy="4953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" y="419100"/>
              <a:ext cx="6000750" cy="4953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375" y="419100"/>
              <a:ext cx="6000750" cy="35242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19150" y="447675"/>
            <a:ext cx="5848350" cy="285750"/>
          </a:xfrm>
          <a:prstGeom prst="rect">
            <a:avLst/>
          </a:prstGeom>
          <a:ln w="19050">
            <a:solidFill>
              <a:srgbClr val="C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1407160" algn="r">
              <a:lnSpc>
                <a:spcPts val="2070"/>
              </a:lnSpc>
            </a:pPr>
            <a:r>
              <a:rPr sz="1800" spc="-20" dirty="0">
                <a:solidFill>
                  <a:srgbClr val="FF0000"/>
                </a:solidFill>
                <a:latin typeface="Trebuchet MS"/>
                <a:cs typeface="Trebuchet MS"/>
              </a:rPr>
              <a:t>Aura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9625" y="505079"/>
            <a:ext cx="6270625" cy="1257935"/>
            <a:chOff x="809625" y="505079"/>
            <a:chExt cx="6270625" cy="12579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800" y="781050"/>
              <a:ext cx="981075" cy="2000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67500" y="790829"/>
              <a:ext cx="365760" cy="107950"/>
            </a:xfrm>
            <a:custGeom>
              <a:avLst/>
              <a:gdLst/>
              <a:ahLst/>
              <a:cxnLst/>
              <a:rect l="l" t="t" r="r" b="b"/>
              <a:pathLst>
                <a:path w="365759" h="107950">
                  <a:moveTo>
                    <a:pt x="66675" y="33147"/>
                  </a:moveTo>
                  <a:lnTo>
                    <a:pt x="0" y="86233"/>
                  </a:lnTo>
                  <a:lnTo>
                    <a:pt x="82423" y="107696"/>
                  </a:lnTo>
                  <a:lnTo>
                    <a:pt x="77084" y="82423"/>
                  </a:lnTo>
                  <a:lnTo>
                    <a:pt x="64134" y="82423"/>
                  </a:lnTo>
                  <a:lnTo>
                    <a:pt x="60198" y="63754"/>
                  </a:lnTo>
                  <a:lnTo>
                    <a:pt x="72587" y="61134"/>
                  </a:lnTo>
                  <a:lnTo>
                    <a:pt x="66675" y="33147"/>
                  </a:lnTo>
                  <a:close/>
                </a:path>
                <a:path w="365759" h="107950">
                  <a:moveTo>
                    <a:pt x="72587" y="61134"/>
                  </a:moveTo>
                  <a:lnTo>
                    <a:pt x="60198" y="63754"/>
                  </a:lnTo>
                  <a:lnTo>
                    <a:pt x="64134" y="82423"/>
                  </a:lnTo>
                  <a:lnTo>
                    <a:pt x="76529" y="79796"/>
                  </a:lnTo>
                  <a:lnTo>
                    <a:pt x="72587" y="61134"/>
                  </a:lnTo>
                  <a:close/>
                </a:path>
                <a:path w="365759" h="107950">
                  <a:moveTo>
                    <a:pt x="76529" y="79796"/>
                  </a:moveTo>
                  <a:lnTo>
                    <a:pt x="64134" y="82423"/>
                  </a:lnTo>
                  <a:lnTo>
                    <a:pt x="77084" y="82423"/>
                  </a:lnTo>
                  <a:lnTo>
                    <a:pt x="76529" y="79796"/>
                  </a:lnTo>
                  <a:close/>
                </a:path>
                <a:path w="365759" h="107950">
                  <a:moveTo>
                    <a:pt x="361696" y="0"/>
                  </a:moveTo>
                  <a:lnTo>
                    <a:pt x="72587" y="61134"/>
                  </a:lnTo>
                  <a:lnTo>
                    <a:pt x="76529" y="79796"/>
                  </a:lnTo>
                  <a:lnTo>
                    <a:pt x="365632" y="18542"/>
                  </a:lnTo>
                  <a:lnTo>
                    <a:pt x="3616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9150" y="762000"/>
              <a:ext cx="5857875" cy="571500"/>
            </a:xfrm>
            <a:custGeom>
              <a:avLst/>
              <a:gdLst/>
              <a:ahLst/>
              <a:cxnLst/>
              <a:rect l="l" t="t" r="r" b="b"/>
              <a:pathLst>
                <a:path w="5857875" h="571500">
                  <a:moveTo>
                    <a:pt x="4876800" y="209550"/>
                  </a:moveTo>
                  <a:lnTo>
                    <a:pt x="5857875" y="209550"/>
                  </a:lnTo>
                  <a:lnTo>
                    <a:pt x="5857875" y="0"/>
                  </a:lnTo>
                  <a:lnTo>
                    <a:pt x="4876800" y="0"/>
                  </a:lnTo>
                  <a:lnTo>
                    <a:pt x="4876800" y="209550"/>
                  </a:lnTo>
                  <a:close/>
                </a:path>
                <a:path w="5857875" h="571500">
                  <a:moveTo>
                    <a:pt x="0" y="571500"/>
                  </a:moveTo>
                  <a:lnTo>
                    <a:pt x="4848225" y="571500"/>
                  </a:lnTo>
                  <a:lnTo>
                    <a:pt x="4848225" y="38100"/>
                  </a:lnTo>
                  <a:lnTo>
                    <a:pt x="0" y="38100"/>
                  </a:lnTo>
                  <a:lnTo>
                    <a:pt x="0" y="5715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81625" y="505078"/>
              <a:ext cx="1698625" cy="1257935"/>
            </a:xfrm>
            <a:custGeom>
              <a:avLst/>
              <a:gdLst/>
              <a:ahLst/>
              <a:cxnLst/>
              <a:rect l="l" t="t" r="r" b="b"/>
              <a:pathLst>
                <a:path w="1698625" h="1257935">
                  <a:moveTo>
                    <a:pt x="1647952" y="1113663"/>
                  </a:moveTo>
                  <a:lnTo>
                    <a:pt x="1641856" y="1095629"/>
                  </a:lnTo>
                  <a:lnTo>
                    <a:pt x="1288592" y="1212278"/>
                  </a:lnTo>
                  <a:lnTo>
                    <a:pt x="1279652" y="1185164"/>
                  </a:lnTo>
                  <a:lnTo>
                    <a:pt x="1219200" y="1245235"/>
                  </a:lnTo>
                  <a:lnTo>
                    <a:pt x="1303528" y="1257554"/>
                  </a:lnTo>
                  <a:lnTo>
                    <a:pt x="1295895" y="1234440"/>
                  </a:lnTo>
                  <a:lnTo>
                    <a:pt x="1294574" y="1230439"/>
                  </a:lnTo>
                  <a:lnTo>
                    <a:pt x="1647952" y="1113663"/>
                  </a:lnTo>
                  <a:close/>
                </a:path>
                <a:path w="1698625" h="1257935">
                  <a:moveTo>
                    <a:pt x="1661033" y="18542"/>
                  </a:moveTo>
                  <a:lnTo>
                    <a:pt x="1657096" y="0"/>
                  </a:lnTo>
                  <a:lnTo>
                    <a:pt x="1367980" y="61137"/>
                  </a:lnTo>
                  <a:lnTo>
                    <a:pt x="1362075" y="33147"/>
                  </a:lnTo>
                  <a:lnTo>
                    <a:pt x="1295400" y="86233"/>
                  </a:lnTo>
                  <a:lnTo>
                    <a:pt x="1377823" y="107696"/>
                  </a:lnTo>
                  <a:lnTo>
                    <a:pt x="1372476" y="82423"/>
                  </a:lnTo>
                  <a:lnTo>
                    <a:pt x="1371917" y="79806"/>
                  </a:lnTo>
                  <a:lnTo>
                    <a:pt x="1661033" y="18542"/>
                  </a:lnTo>
                  <a:close/>
                </a:path>
                <a:path w="1698625" h="1257935">
                  <a:moveTo>
                    <a:pt x="1698498" y="609346"/>
                  </a:moveTo>
                  <a:lnTo>
                    <a:pt x="1697228" y="590296"/>
                  </a:lnTo>
                  <a:lnTo>
                    <a:pt x="75349" y="700951"/>
                  </a:lnTo>
                  <a:lnTo>
                    <a:pt x="73406" y="672465"/>
                  </a:lnTo>
                  <a:lnTo>
                    <a:pt x="0" y="715645"/>
                  </a:lnTo>
                  <a:lnTo>
                    <a:pt x="78613" y="748538"/>
                  </a:lnTo>
                  <a:lnTo>
                    <a:pt x="76708" y="720852"/>
                  </a:lnTo>
                  <a:lnTo>
                    <a:pt x="76657" y="720001"/>
                  </a:lnTo>
                  <a:lnTo>
                    <a:pt x="1698498" y="60934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99934" y="414972"/>
            <a:ext cx="1327785" cy="434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menu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Move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here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user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icon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9934" y="1008697"/>
            <a:ext cx="1373505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dark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blue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same dark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blue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81100" y="1009650"/>
            <a:ext cx="7995284" cy="3248025"/>
            <a:chOff x="1181100" y="1009650"/>
            <a:chExt cx="7995284" cy="32480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100" y="1009650"/>
              <a:ext cx="7772400" cy="32480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810625" y="1190879"/>
              <a:ext cx="365760" cy="107950"/>
            </a:xfrm>
            <a:custGeom>
              <a:avLst/>
              <a:gdLst/>
              <a:ahLst/>
              <a:cxnLst/>
              <a:rect l="l" t="t" r="r" b="b"/>
              <a:pathLst>
                <a:path w="365759" h="107950">
                  <a:moveTo>
                    <a:pt x="66675" y="33147"/>
                  </a:moveTo>
                  <a:lnTo>
                    <a:pt x="0" y="86233"/>
                  </a:lnTo>
                  <a:lnTo>
                    <a:pt x="82423" y="107696"/>
                  </a:lnTo>
                  <a:lnTo>
                    <a:pt x="77084" y="82423"/>
                  </a:lnTo>
                  <a:lnTo>
                    <a:pt x="64134" y="82423"/>
                  </a:lnTo>
                  <a:lnTo>
                    <a:pt x="60198" y="63754"/>
                  </a:lnTo>
                  <a:lnTo>
                    <a:pt x="72587" y="61134"/>
                  </a:lnTo>
                  <a:lnTo>
                    <a:pt x="66675" y="33147"/>
                  </a:lnTo>
                  <a:close/>
                </a:path>
                <a:path w="365759" h="107950">
                  <a:moveTo>
                    <a:pt x="72587" y="61134"/>
                  </a:moveTo>
                  <a:lnTo>
                    <a:pt x="60198" y="63754"/>
                  </a:lnTo>
                  <a:lnTo>
                    <a:pt x="64134" y="82423"/>
                  </a:lnTo>
                  <a:lnTo>
                    <a:pt x="76529" y="79796"/>
                  </a:lnTo>
                  <a:lnTo>
                    <a:pt x="72587" y="61134"/>
                  </a:lnTo>
                  <a:close/>
                </a:path>
                <a:path w="365759" h="107950">
                  <a:moveTo>
                    <a:pt x="76529" y="79796"/>
                  </a:moveTo>
                  <a:lnTo>
                    <a:pt x="64134" y="82423"/>
                  </a:lnTo>
                  <a:lnTo>
                    <a:pt x="77084" y="82423"/>
                  </a:lnTo>
                  <a:lnTo>
                    <a:pt x="76529" y="79796"/>
                  </a:lnTo>
                  <a:close/>
                </a:path>
                <a:path w="365759" h="107950">
                  <a:moveTo>
                    <a:pt x="361696" y="0"/>
                  </a:moveTo>
                  <a:lnTo>
                    <a:pt x="72587" y="61134"/>
                  </a:lnTo>
                  <a:lnTo>
                    <a:pt x="76529" y="79796"/>
                  </a:lnTo>
                  <a:lnTo>
                    <a:pt x="365632" y="18542"/>
                  </a:lnTo>
                  <a:lnTo>
                    <a:pt x="36169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0" y="1123950"/>
              <a:ext cx="1952625" cy="400050"/>
            </a:xfrm>
            <a:custGeom>
              <a:avLst/>
              <a:gdLst/>
              <a:ahLst/>
              <a:cxnLst/>
              <a:rect l="l" t="t" r="r" b="b"/>
              <a:pathLst>
                <a:path w="1952625" h="400050">
                  <a:moveTo>
                    <a:pt x="0" y="400050"/>
                  </a:moveTo>
                  <a:lnTo>
                    <a:pt x="1952625" y="400050"/>
                  </a:lnTo>
                  <a:lnTo>
                    <a:pt x="1952625" y="0"/>
                  </a:lnTo>
                  <a:lnTo>
                    <a:pt x="0" y="0"/>
                  </a:lnTo>
                  <a:lnTo>
                    <a:pt x="0" y="40005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60205" y="1036573"/>
            <a:ext cx="1842770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first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phase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hide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this</a:t>
            </a:r>
            <a:endParaRPr sz="950">
              <a:latin typeface="Trebuchet MS"/>
              <a:cs typeface="Trebuchet MS"/>
            </a:endParaRPr>
          </a:p>
          <a:p>
            <a:pPr marL="12700" marR="61594">
              <a:lnSpc>
                <a:spcPts val="1200"/>
              </a:lnSpc>
              <a:spcBef>
                <a:spcPts val="5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section.</a:t>
            </a:r>
            <a:r>
              <a:rPr sz="95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Once</a:t>
            </a:r>
            <a:r>
              <a:rPr sz="95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platform</a:t>
            </a:r>
            <a:r>
              <a:rPr sz="950"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will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populated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it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will</a:t>
            </a:r>
            <a:r>
              <a:rPr sz="950" spc="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work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we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consider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to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share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analytics</a:t>
            </a:r>
            <a:endParaRPr sz="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3375" y="161925"/>
            <a:ext cx="5629275" cy="5981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Aura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162425" y="485775"/>
            <a:ext cx="5966460" cy="2933700"/>
            <a:chOff x="4162425" y="485775"/>
            <a:chExt cx="5966460" cy="2933700"/>
          </a:xfrm>
        </p:grpSpPr>
        <p:sp>
          <p:nvSpPr>
            <p:cNvPr id="5" name="object 5"/>
            <p:cNvSpPr/>
            <p:nvPr/>
          </p:nvSpPr>
          <p:spPr>
            <a:xfrm>
              <a:off x="8220075" y="485775"/>
              <a:ext cx="1898014" cy="233679"/>
            </a:xfrm>
            <a:custGeom>
              <a:avLst/>
              <a:gdLst/>
              <a:ahLst/>
              <a:cxnLst/>
              <a:rect l="l" t="t" r="r" b="b"/>
              <a:pathLst>
                <a:path w="1898015" h="233679">
                  <a:moveTo>
                    <a:pt x="71881" y="157607"/>
                  </a:moveTo>
                  <a:lnTo>
                    <a:pt x="0" y="203200"/>
                  </a:lnTo>
                  <a:lnTo>
                    <a:pt x="79628" y="233425"/>
                  </a:lnTo>
                  <a:lnTo>
                    <a:pt x="76852" y="206248"/>
                  </a:lnTo>
                  <a:lnTo>
                    <a:pt x="64134" y="206248"/>
                  </a:lnTo>
                  <a:lnTo>
                    <a:pt x="62229" y="187325"/>
                  </a:lnTo>
                  <a:lnTo>
                    <a:pt x="74787" y="186042"/>
                  </a:lnTo>
                  <a:lnTo>
                    <a:pt x="71881" y="157607"/>
                  </a:lnTo>
                  <a:close/>
                </a:path>
                <a:path w="1898015" h="233679">
                  <a:moveTo>
                    <a:pt x="74787" y="186042"/>
                  </a:moveTo>
                  <a:lnTo>
                    <a:pt x="62229" y="187325"/>
                  </a:lnTo>
                  <a:lnTo>
                    <a:pt x="64134" y="206248"/>
                  </a:lnTo>
                  <a:lnTo>
                    <a:pt x="76720" y="204963"/>
                  </a:lnTo>
                  <a:lnTo>
                    <a:pt x="74787" y="186042"/>
                  </a:lnTo>
                  <a:close/>
                </a:path>
                <a:path w="1898015" h="233679">
                  <a:moveTo>
                    <a:pt x="76720" y="204963"/>
                  </a:moveTo>
                  <a:lnTo>
                    <a:pt x="64134" y="206248"/>
                  </a:lnTo>
                  <a:lnTo>
                    <a:pt x="76852" y="206248"/>
                  </a:lnTo>
                  <a:lnTo>
                    <a:pt x="76720" y="204963"/>
                  </a:lnTo>
                  <a:close/>
                </a:path>
                <a:path w="1898015" h="233679">
                  <a:moveTo>
                    <a:pt x="1895728" y="0"/>
                  </a:moveTo>
                  <a:lnTo>
                    <a:pt x="74787" y="186042"/>
                  </a:lnTo>
                  <a:lnTo>
                    <a:pt x="76720" y="204963"/>
                  </a:lnTo>
                  <a:lnTo>
                    <a:pt x="1897633" y="19050"/>
                  </a:lnTo>
                  <a:lnTo>
                    <a:pt x="189572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71950" y="561975"/>
              <a:ext cx="4276725" cy="1219200"/>
            </a:xfrm>
            <a:custGeom>
              <a:avLst/>
              <a:gdLst/>
              <a:ahLst/>
              <a:cxnLst/>
              <a:rect l="l" t="t" r="r" b="b"/>
              <a:pathLst>
                <a:path w="4276725" h="1219200">
                  <a:moveTo>
                    <a:pt x="0" y="161925"/>
                  </a:moveTo>
                  <a:lnTo>
                    <a:pt x="4276725" y="161925"/>
                  </a:lnTo>
                  <a:lnTo>
                    <a:pt x="4276725" y="0"/>
                  </a:lnTo>
                  <a:lnTo>
                    <a:pt x="0" y="0"/>
                  </a:lnTo>
                  <a:lnTo>
                    <a:pt x="0" y="161925"/>
                  </a:lnTo>
                  <a:close/>
                </a:path>
                <a:path w="4276725" h="1219200">
                  <a:moveTo>
                    <a:pt x="76200" y="1219200"/>
                  </a:moveTo>
                  <a:lnTo>
                    <a:pt x="3190875" y="1219200"/>
                  </a:lnTo>
                  <a:lnTo>
                    <a:pt x="3190875" y="1047750"/>
                  </a:lnTo>
                  <a:lnTo>
                    <a:pt x="76200" y="1047750"/>
                  </a:lnTo>
                  <a:lnTo>
                    <a:pt x="76200" y="12192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77125" y="866901"/>
              <a:ext cx="2651760" cy="1300480"/>
            </a:xfrm>
            <a:custGeom>
              <a:avLst/>
              <a:gdLst/>
              <a:ahLst/>
              <a:cxnLst/>
              <a:rect l="l" t="t" r="r" b="b"/>
              <a:pathLst>
                <a:path w="2651759" h="1300480">
                  <a:moveTo>
                    <a:pt x="2613025" y="18796"/>
                  </a:moveTo>
                  <a:lnTo>
                    <a:pt x="2610104" y="0"/>
                  </a:lnTo>
                  <a:lnTo>
                    <a:pt x="1512049" y="173532"/>
                  </a:lnTo>
                  <a:lnTo>
                    <a:pt x="1507617" y="145288"/>
                  </a:lnTo>
                  <a:lnTo>
                    <a:pt x="1438275" y="194818"/>
                  </a:lnTo>
                  <a:lnTo>
                    <a:pt x="1519428" y="220472"/>
                  </a:lnTo>
                  <a:lnTo>
                    <a:pt x="1515389" y="194818"/>
                  </a:lnTo>
                  <a:lnTo>
                    <a:pt x="1515313" y="194310"/>
                  </a:lnTo>
                  <a:lnTo>
                    <a:pt x="1515008" y="192341"/>
                  </a:lnTo>
                  <a:lnTo>
                    <a:pt x="2613025" y="18796"/>
                  </a:lnTo>
                  <a:close/>
                </a:path>
                <a:path w="2651759" h="1300480">
                  <a:moveTo>
                    <a:pt x="2613787" y="723773"/>
                  </a:moveTo>
                  <a:lnTo>
                    <a:pt x="2612390" y="704723"/>
                  </a:lnTo>
                  <a:lnTo>
                    <a:pt x="75349" y="879373"/>
                  </a:lnTo>
                  <a:lnTo>
                    <a:pt x="73406" y="850900"/>
                  </a:lnTo>
                  <a:lnTo>
                    <a:pt x="0" y="894080"/>
                  </a:lnTo>
                  <a:lnTo>
                    <a:pt x="78613" y="926846"/>
                  </a:lnTo>
                  <a:lnTo>
                    <a:pt x="76720" y="899287"/>
                  </a:lnTo>
                  <a:lnTo>
                    <a:pt x="76657" y="898423"/>
                  </a:lnTo>
                  <a:lnTo>
                    <a:pt x="2613787" y="723773"/>
                  </a:lnTo>
                  <a:close/>
                </a:path>
                <a:path w="2651759" h="1300480">
                  <a:moveTo>
                    <a:pt x="2651506" y="1123061"/>
                  </a:moveTo>
                  <a:lnTo>
                    <a:pt x="2644267" y="1105535"/>
                  </a:lnTo>
                  <a:lnTo>
                    <a:pt x="2276652" y="1256423"/>
                  </a:lnTo>
                  <a:lnTo>
                    <a:pt x="2265807" y="1229995"/>
                  </a:lnTo>
                  <a:lnTo>
                    <a:pt x="2209800" y="1294130"/>
                  </a:lnTo>
                  <a:lnTo>
                    <a:pt x="2294763" y="1300480"/>
                  </a:lnTo>
                  <a:lnTo>
                    <a:pt x="2285885" y="1278890"/>
                  </a:lnTo>
                  <a:lnTo>
                    <a:pt x="2283904" y="1274064"/>
                  </a:lnTo>
                  <a:lnTo>
                    <a:pt x="2651506" y="112306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67750" y="1085850"/>
              <a:ext cx="495300" cy="190500"/>
            </a:xfrm>
            <a:custGeom>
              <a:avLst/>
              <a:gdLst/>
              <a:ahLst/>
              <a:cxnLst/>
              <a:rect l="l" t="t" r="r" b="b"/>
              <a:pathLst>
                <a:path w="495300" h="190500">
                  <a:moveTo>
                    <a:pt x="0" y="190500"/>
                  </a:moveTo>
                  <a:lnTo>
                    <a:pt x="495300" y="1905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67875" y="1159637"/>
              <a:ext cx="417195" cy="118745"/>
            </a:xfrm>
            <a:custGeom>
              <a:avLst/>
              <a:gdLst/>
              <a:ahLst/>
              <a:cxnLst/>
              <a:rect l="l" t="t" r="r" b="b"/>
              <a:pathLst>
                <a:path w="417195" h="118744">
                  <a:moveTo>
                    <a:pt x="76528" y="27902"/>
                  </a:moveTo>
                  <a:lnTo>
                    <a:pt x="72585" y="46570"/>
                  </a:lnTo>
                  <a:lnTo>
                    <a:pt x="412750" y="118745"/>
                  </a:lnTo>
                  <a:lnTo>
                    <a:pt x="416686" y="100075"/>
                  </a:lnTo>
                  <a:lnTo>
                    <a:pt x="76528" y="27902"/>
                  </a:lnTo>
                  <a:close/>
                </a:path>
                <a:path w="417195" h="118744">
                  <a:moveTo>
                    <a:pt x="82423" y="0"/>
                  </a:moveTo>
                  <a:lnTo>
                    <a:pt x="0" y="21462"/>
                  </a:lnTo>
                  <a:lnTo>
                    <a:pt x="66675" y="74549"/>
                  </a:lnTo>
                  <a:lnTo>
                    <a:pt x="72585" y="46570"/>
                  </a:lnTo>
                  <a:lnTo>
                    <a:pt x="60198" y="43941"/>
                  </a:lnTo>
                  <a:lnTo>
                    <a:pt x="64134" y="25273"/>
                  </a:lnTo>
                  <a:lnTo>
                    <a:pt x="77084" y="25273"/>
                  </a:lnTo>
                  <a:lnTo>
                    <a:pt x="82423" y="0"/>
                  </a:lnTo>
                  <a:close/>
                </a:path>
                <a:path w="417195" h="118744">
                  <a:moveTo>
                    <a:pt x="64134" y="25273"/>
                  </a:moveTo>
                  <a:lnTo>
                    <a:pt x="60198" y="43941"/>
                  </a:lnTo>
                  <a:lnTo>
                    <a:pt x="72585" y="46570"/>
                  </a:lnTo>
                  <a:lnTo>
                    <a:pt x="76528" y="27902"/>
                  </a:lnTo>
                  <a:lnTo>
                    <a:pt x="64134" y="25273"/>
                  </a:lnTo>
                  <a:close/>
                </a:path>
                <a:path w="417195" h="118744">
                  <a:moveTo>
                    <a:pt x="77084" y="25273"/>
                  </a:moveTo>
                  <a:lnTo>
                    <a:pt x="64134" y="25273"/>
                  </a:lnTo>
                  <a:lnTo>
                    <a:pt x="76528" y="27902"/>
                  </a:lnTo>
                  <a:lnTo>
                    <a:pt x="77084" y="2527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62450" y="1085850"/>
              <a:ext cx="5305425" cy="2324100"/>
            </a:xfrm>
            <a:custGeom>
              <a:avLst/>
              <a:gdLst/>
              <a:ahLst/>
              <a:cxnLst/>
              <a:rect l="l" t="t" r="r" b="b"/>
              <a:pathLst>
                <a:path w="5305425" h="2324100">
                  <a:moveTo>
                    <a:pt x="4819650" y="190500"/>
                  </a:moveTo>
                  <a:lnTo>
                    <a:pt x="5305425" y="190500"/>
                  </a:lnTo>
                  <a:lnTo>
                    <a:pt x="5305425" y="0"/>
                  </a:lnTo>
                  <a:lnTo>
                    <a:pt x="4819650" y="0"/>
                  </a:lnTo>
                  <a:lnTo>
                    <a:pt x="4819650" y="190500"/>
                  </a:lnTo>
                  <a:close/>
                </a:path>
                <a:path w="5305425" h="2324100">
                  <a:moveTo>
                    <a:pt x="0" y="2324100"/>
                  </a:moveTo>
                  <a:lnTo>
                    <a:pt x="5191125" y="2324100"/>
                  </a:lnTo>
                  <a:lnTo>
                    <a:pt x="5191125" y="1743075"/>
                  </a:lnTo>
                  <a:lnTo>
                    <a:pt x="0" y="1743075"/>
                  </a:lnTo>
                  <a:lnTo>
                    <a:pt x="0" y="23241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53575" y="2810636"/>
              <a:ext cx="441959" cy="194945"/>
            </a:xfrm>
            <a:custGeom>
              <a:avLst/>
              <a:gdLst/>
              <a:ahLst/>
              <a:cxnLst/>
              <a:rect l="l" t="t" r="r" b="b"/>
              <a:pathLst>
                <a:path w="441959" h="194944">
                  <a:moveTo>
                    <a:pt x="56006" y="124460"/>
                  </a:moveTo>
                  <a:lnTo>
                    <a:pt x="0" y="188595"/>
                  </a:lnTo>
                  <a:lnTo>
                    <a:pt x="84963" y="194945"/>
                  </a:lnTo>
                  <a:lnTo>
                    <a:pt x="76093" y="173354"/>
                  </a:lnTo>
                  <a:lnTo>
                    <a:pt x="62356" y="173354"/>
                  </a:lnTo>
                  <a:lnTo>
                    <a:pt x="55118" y="155701"/>
                  </a:lnTo>
                  <a:lnTo>
                    <a:pt x="66861" y="150881"/>
                  </a:lnTo>
                  <a:lnTo>
                    <a:pt x="56006" y="124460"/>
                  </a:lnTo>
                  <a:close/>
                </a:path>
                <a:path w="441959" h="194944">
                  <a:moveTo>
                    <a:pt x="66861" y="150881"/>
                  </a:moveTo>
                  <a:lnTo>
                    <a:pt x="55118" y="155701"/>
                  </a:lnTo>
                  <a:lnTo>
                    <a:pt x="62356" y="173354"/>
                  </a:lnTo>
                  <a:lnTo>
                    <a:pt x="74110" y="168527"/>
                  </a:lnTo>
                  <a:lnTo>
                    <a:pt x="66861" y="150881"/>
                  </a:lnTo>
                  <a:close/>
                </a:path>
                <a:path w="441959" h="194944">
                  <a:moveTo>
                    <a:pt x="74110" y="168527"/>
                  </a:moveTo>
                  <a:lnTo>
                    <a:pt x="62356" y="173354"/>
                  </a:lnTo>
                  <a:lnTo>
                    <a:pt x="76093" y="173354"/>
                  </a:lnTo>
                  <a:lnTo>
                    <a:pt x="74110" y="168527"/>
                  </a:lnTo>
                  <a:close/>
                </a:path>
                <a:path w="441959" h="194944">
                  <a:moveTo>
                    <a:pt x="434467" y="0"/>
                  </a:moveTo>
                  <a:lnTo>
                    <a:pt x="66861" y="150881"/>
                  </a:lnTo>
                  <a:lnTo>
                    <a:pt x="74110" y="168527"/>
                  </a:lnTo>
                  <a:lnTo>
                    <a:pt x="441705" y="17525"/>
                  </a:lnTo>
                  <a:lnTo>
                    <a:pt x="43446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48150" y="857250"/>
              <a:ext cx="495300" cy="419100"/>
            </a:xfrm>
            <a:custGeom>
              <a:avLst/>
              <a:gdLst/>
              <a:ahLst/>
              <a:cxnLst/>
              <a:rect l="l" t="t" r="r" b="b"/>
              <a:pathLst>
                <a:path w="495300" h="419100">
                  <a:moveTo>
                    <a:pt x="0" y="419100"/>
                  </a:moveTo>
                  <a:lnTo>
                    <a:pt x="495300" y="4191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173334" y="163194"/>
            <a:ext cx="15297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Remove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keep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same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background</a:t>
            </a:r>
            <a:r>
              <a:rPr sz="950" spc="1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color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73334" y="626681"/>
            <a:ext cx="1788160" cy="110553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65"/>
              </a:spcBef>
            </a:pPr>
            <a:r>
              <a:rPr sz="950" spc="50" dirty="0">
                <a:solidFill>
                  <a:srgbClr val="FF0000"/>
                </a:solidFill>
                <a:latin typeface="Trebuchet MS"/>
                <a:cs typeface="Trebuchet MS"/>
              </a:rPr>
              <a:t>Ok</a:t>
            </a:r>
            <a:r>
              <a:rPr sz="95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but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only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if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user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55" dirty="0">
                <a:solidFill>
                  <a:srgbClr val="FF0000"/>
                </a:solidFill>
                <a:latin typeface="Trebuchet MS"/>
                <a:cs typeface="Trebuchet MS"/>
              </a:rPr>
              <a:t>has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log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in.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Only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6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user</a:t>
            </a:r>
            <a:r>
              <a:rPr sz="950" spc="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(Client)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can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have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a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favourite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list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Remove</a:t>
            </a:r>
            <a:endParaRPr sz="950">
              <a:latin typeface="Trebuchet MS"/>
              <a:cs typeface="Trebuchet MS"/>
            </a:endParaRPr>
          </a:p>
          <a:p>
            <a:pPr marL="12700" marR="237490">
              <a:lnSpc>
                <a:spcPct val="105500"/>
              </a:lnSpc>
              <a:spcBef>
                <a:spcPts val="660"/>
              </a:spcBef>
            </a:pPr>
            <a:r>
              <a:rPr sz="950" spc="60" dirty="0">
                <a:solidFill>
                  <a:srgbClr val="FF0000"/>
                </a:solidFill>
                <a:latin typeface="Trebuchet MS"/>
                <a:cs typeface="Trebuchet MS"/>
              </a:rPr>
              <a:t>As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tab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use</a:t>
            </a:r>
            <a:r>
              <a:rPr sz="950" spc="-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8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steps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registration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form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73334" y="1895157"/>
            <a:ext cx="136969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60" dirty="0">
                <a:solidFill>
                  <a:srgbClr val="FF0000"/>
                </a:solidFill>
                <a:latin typeface="Trebuchet MS"/>
                <a:cs typeface="Trebuchet MS"/>
              </a:rPr>
              <a:t>Use</a:t>
            </a:r>
            <a:r>
              <a:rPr sz="950" spc="-1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website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background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73334" y="2737167"/>
            <a:ext cx="1842770" cy="4800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Not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all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these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numbers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need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graphic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for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60" dirty="0">
                <a:solidFill>
                  <a:srgbClr val="FF0000"/>
                </a:solidFill>
                <a:latin typeface="Trebuchet MS"/>
                <a:cs typeface="Trebuchet MS"/>
              </a:rPr>
              <a:t>some</a:t>
            </a:r>
            <a:r>
              <a:rPr sz="95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950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those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an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icon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its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enough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57145" y="811784"/>
            <a:ext cx="153733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Increase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size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logo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38425" y="1019175"/>
            <a:ext cx="1727200" cy="5048250"/>
            <a:chOff x="2638425" y="1019175"/>
            <a:chExt cx="1727200" cy="5048250"/>
          </a:xfrm>
        </p:grpSpPr>
        <p:sp>
          <p:nvSpPr>
            <p:cNvPr id="19" name="object 19"/>
            <p:cNvSpPr/>
            <p:nvPr/>
          </p:nvSpPr>
          <p:spPr>
            <a:xfrm>
              <a:off x="3485769" y="1019174"/>
              <a:ext cx="880110" cy="441325"/>
            </a:xfrm>
            <a:custGeom>
              <a:avLst/>
              <a:gdLst/>
              <a:ahLst/>
              <a:cxnLst/>
              <a:rect l="l" t="t" r="r" b="b"/>
              <a:pathLst>
                <a:path w="880110" h="441325">
                  <a:moveTo>
                    <a:pt x="750417" y="51181"/>
                  </a:moveTo>
                  <a:lnTo>
                    <a:pt x="701421" y="51181"/>
                  </a:lnTo>
                  <a:lnTo>
                    <a:pt x="688708" y="51181"/>
                  </a:lnTo>
                  <a:lnTo>
                    <a:pt x="687451" y="79121"/>
                  </a:lnTo>
                  <a:lnTo>
                    <a:pt x="750417" y="51181"/>
                  </a:lnTo>
                  <a:close/>
                </a:path>
                <a:path w="880110" h="441325">
                  <a:moveTo>
                    <a:pt x="765302" y="44577"/>
                  </a:moveTo>
                  <a:lnTo>
                    <a:pt x="690880" y="3048"/>
                  </a:lnTo>
                  <a:lnTo>
                    <a:pt x="689584" y="31559"/>
                  </a:lnTo>
                  <a:lnTo>
                    <a:pt x="762" y="0"/>
                  </a:lnTo>
                  <a:lnTo>
                    <a:pt x="0" y="19050"/>
                  </a:lnTo>
                  <a:lnTo>
                    <a:pt x="688733" y="50609"/>
                  </a:lnTo>
                  <a:lnTo>
                    <a:pt x="701446" y="50609"/>
                  </a:lnTo>
                  <a:lnTo>
                    <a:pt x="751725" y="50609"/>
                  </a:lnTo>
                  <a:lnTo>
                    <a:pt x="765302" y="44577"/>
                  </a:lnTo>
                  <a:close/>
                </a:path>
                <a:path w="880110" h="441325">
                  <a:moveTo>
                    <a:pt x="864717" y="413131"/>
                  </a:moveTo>
                  <a:lnTo>
                    <a:pt x="815721" y="413131"/>
                  </a:lnTo>
                  <a:lnTo>
                    <a:pt x="803008" y="413131"/>
                  </a:lnTo>
                  <a:lnTo>
                    <a:pt x="801751" y="441071"/>
                  </a:lnTo>
                  <a:lnTo>
                    <a:pt x="864717" y="413131"/>
                  </a:lnTo>
                  <a:close/>
                </a:path>
                <a:path w="880110" h="441325">
                  <a:moveTo>
                    <a:pt x="879602" y="406527"/>
                  </a:moveTo>
                  <a:lnTo>
                    <a:pt x="805180" y="364998"/>
                  </a:lnTo>
                  <a:lnTo>
                    <a:pt x="803884" y="393509"/>
                  </a:lnTo>
                  <a:lnTo>
                    <a:pt x="115062" y="361950"/>
                  </a:lnTo>
                  <a:lnTo>
                    <a:pt x="114300" y="381000"/>
                  </a:lnTo>
                  <a:lnTo>
                    <a:pt x="803033" y="412559"/>
                  </a:lnTo>
                  <a:lnTo>
                    <a:pt x="815746" y="412559"/>
                  </a:lnTo>
                  <a:lnTo>
                    <a:pt x="866025" y="412559"/>
                  </a:lnTo>
                  <a:lnTo>
                    <a:pt x="879602" y="406527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67150" y="1924050"/>
              <a:ext cx="438150" cy="4133850"/>
            </a:xfrm>
            <a:custGeom>
              <a:avLst/>
              <a:gdLst/>
              <a:ahLst/>
              <a:cxnLst/>
              <a:rect l="l" t="t" r="r" b="b"/>
              <a:pathLst>
                <a:path w="438150" h="4133850">
                  <a:moveTo>
                    <a:pt x="438150" y="4133850"/>
                  </a:moveTo>
                  <a:lnTo>
                    <a:pt x="368890" y="4131988"/>
                  </a:lnTo>
                  <a:lnTo>
                    <a:pt x="308750" y="4126805"/>
                  </a:lnTo>
                  <a:lnTo>
                    <a:pt x="261332" y="4118902"/>
                  </a:lnTo>
                  <a:lnTo>
                    <a:pt x="219075" y="4097337"/>
                  </a:lnTo>
                  <a:lnTo>
                    <a:pt x="219075" y="2103374"/>
                  </a:lnTo>
                  <a:lnTo>
                    <a:pt x="207910" y="2091877"/>
                  </a:lnTo>
                  <a:lnTo>
                    <a:pt x="176817" y="2081875"/>
                  </a:lnTo>
                  <a:lnTo>
                    <a:pt x="129399" y="2073976"/>
                  </a:lnTo>
                  <a:lnTo>
                    <a:pt x="69259" y="2068789"/>
                  </a:lnTo>
                  <a:lnTo>
                    <a:pt x="0" y="2066925"/>
                  </a:lnTo>
                  <a:lnTo>
                    <a:pt x="69259" y="2065060"/>
                  </a:lnTo>
                  <a:lnTo>
                    <a:pt x="129399" y="2059873"/>
                  </a:lnTo>
                  <a:lnTo>
                    <a:pt x="176817" y="2051974"/>
                  </a:lnTo>
                  <a:lnTo>
                    <a:pt x="207910" y="2041972"/>
                  </a:lnTo>
                  <a:lnTo>
                    <a:pt x="219075" y="2030476"/>
                  </a:lnTo>
                  <a:lnTo>
                    <a:pt x="219075" y="36449"/>
                  </a:lnTo>
                  <a:lnTo>
                    <a:pt x="230239" y="24952"/>
                  </a:lnTo>
                  <a:lnTo>
                    <a:pt x="261332" y="14950"/>
                  </a:lnTo>
                  <a:lnTo>
                    <a:pt x="308750" y="7051"/>
                  </a:lnTo>
                  <a:lnTo>
                    <a:pt x="368890" y="1864"/>
                  </a:lnTo>
                  <a:lnTo>
                    <a:pt x="43815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38425" y="2400300"/>
              <a:ext cx="1238250" cy="3324225"/>
            </a:xfrm>
            <a:custGeom>
              <a:avLst/>
              <a:gdLst/>
              <a:ahLst/>
              <a:cxnLst/>
              <a:rect l="l" t="t" r="r" b="b"/>
              <a:pathLst>
                <a:path w="1238250" h="3324225">
                  <a:moveTo>
                    <a:pt x="1238250" y="0"/>
                  </a:moveTo>
                  <a:lnTo>
                    <a:pt x="0" y="0"/>
                  </a:lnTo>
                  <a:lnTo>
                    <a:pt x="0" y="3324225"/>
                  </a:lnTo>
                  <a:lnTo>
                    <a:pt x="1238250" y="3324225"/>
                  </a:lnTo>
                  <a:lnTo>
                    <a:pt x="1238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183764" y="1157922"/>
            <a:ext cx="13112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Consider</a:t>
            </a:r>
            <a:r>
              <a:rPr sz="950" spc="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950" spc="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cover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image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8054" y="2427541"/>
            <a:ext cx="1061085" cy="3227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Fancy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but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not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enough.</a:t>
            </a:r>
            <a:endParaRPr sz="950">
              <a:latin typeface="Trebuchet MS"/>
              <a:cs typeface="Trebuchet MS"/>
            </a:endParaRPr>
          </a:p>
          <a:p>
            <a:pPr marL="12700" marR="61594">
              <a:lnSpc>
                <a:spcPct val="105400"/>
              </a:lnSpc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We</a:t>
            </a:r>
            <a:r>
              <a:rPr sz="950" spc="3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should</a:t>
            </a:r>
            <a:r>
              <a:rPr sz="950" spc="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also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consider</a:t>
            </a:r>
            <a:r>
              <a:rPr sz="95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that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we will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be</a:t>
            </a:r>
            <a:r>
              <a:rPr sz="95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positioning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selling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platform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partly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on</a:t>
            </a:r>
            <a:endParaRPr sz="950">
              <a:latin typeface="Trebuchet MS"/>
              <a:cs typeface="Trebuchet MS"/>
            </a:endParaRPr>
          </a:p>
          <a:p>
            <a:pPr marL="12700" marR="367030">
              <a:lnSpc>
                <a:spcPct val="105500"/>
              </a:lnSpc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its</a:t>
            </a:r>
            <a:r>
              <a:rPr sz="950" spc="-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aesthetic appeal,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particularly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terms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r>
              <a:rPr sz="95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how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it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45" dirty="0">
                <a:solidFill>
                  <a:srgbClr val="FF0000"/>
                </a:solidFill>
                <a:latin typeface="Trebuchet MS"/>
                <a:cs typeface="Trebuchet MS"/>
              </a:rPr>
              <a:t>showcases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agency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profiles.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It</a:t>
            </a:r>
            <a:r>
              <a:rPr sz="950" spc="-1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is</a:t>
            </a:r>
            <a:r>
              <a:rPr sz="950" spc="-3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therefore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essential</a:t>
            </a:r>
            <a:r>
              <a:rPr sz="950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that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pages</a:t>
            </a:r>
            <a:r>
              <a:rPr sz="950" spc="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adopt 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endParaRPr sz="950">
              <a:latin typeface="Trebuchet MS"/>
              <a:cs typeface="Trebuchet MS"/>
            </a:endParaRPr>
          </a:p>
          <a:p>
            <a:pPr marL="12700" marR="33655">
              <a:lnSpc>
                <a:spcPct val="105400"/>
              </a:lnSpc>
            </a:pP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refined,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futuristic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dark</a:t>
            </a:r>
            <a:r>
              <a:rPr sz="95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look</a:t>
            </a:r>
            <a:r>
              <a:rPr sz="95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and</a:t>
            </a:r>
            <a:r>
              <a:rPr sz="950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feel,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in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10" dirty="0">
                <a:solidFill>
                  <a:srgbClr val="FF0000"/>
                </a:solidFill>
                <a:latin typeface="Trebuchet MS"/>
                <a:cs typeface="Trebuchet MS"/>
              </a:rPr>
              <a:t>line</a:t>
            </a:r>
            <a:r>
              <a:rPr sz="950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30" dirty="0">
                <a:solidFill>
                  <a:srgbClr val="FF0000"/>
                </a:solidFill>
                <a:latin typeface="Trebuchet MS"/>
                <a:cs typeface="Trebuchet MS"/>
              </a:rPr>
              <a:t>with</a:t>
            </a:r>
            <a:r>
              <a:rPr sz="95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the </a:t>
            </a: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example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 I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5" dirty="0">
                <a:solidFill>
                  <a:srgbClr val="FF0000"/>
                </a:solidFill>
                <a:latin typeface="Trebuchet MS"/>
                <a:cs typeface="Trebuchet MS"/>
              </a:rPr>
              <a:t>am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50" dirty="0">
                <a:solidFill>
                  <a:srgbClr val="FF0000"/>
                </a:solidFill>
                <a:latin typeface="Trebuchet MS"/>
                <a:cs typeface="Trebuchet MS"/>
              </a:rPr>
              <a:t>sharing</a:t>
            </a:r>
            <a:r>
              <a:rPr sz="950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with</a:t>
            </a:r>
            <a:r>
              <a:rPr sz="95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950" spc="-20" dirty="0">
                <a:solidFill>
                  <a:srgbClr val="FF0000"/>
                </a:solidFill>
                <a:latin typeface="Trebuchet MS"/>
                <a:cs typeface="Trebuchet MS"/>
              </a:rPr>
              <a:t>you.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4775" y="1990725"/>
            <a:ext cx="3167380" cy="4061460"/>
            <a:chOff x="104775" y="1990725"/>
            <a:chExt cx="3167380" cy="406146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75" y="1990725"/>
              <a:ext cx="2333625" cy="38195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38250" y="5724525"/>
              <a:ext cx="2033905" cy="327660"/>
            </a:xfrm>
            <a:custGeom>
              <a:avLst/>
              <a:gdLst/>
              <a:ahLst/>
              <a:cxnLst/>
              <a:rect l="l" t="t" r="r" b="b"/>
              <a:pathLst>
                <a:path w="2033904" h="327660">
                  <a:moveTo>
                    <a:pt x="47625" y="152590"/>
                  </a:moveTo>
                  <a:lnTo>
                    <a:pt x="28575" y="152590"/>
                  </a:lnTo>
                  <a:lnTo>
                    <a:pt x="28575" y="327215"/>
                  </a:lnTo>
                  <a:lnTo>
                    <a:pt x="2033651" y="327215"/>
                  </a:lnTo>
                  <a:lnTo>
                    <a:pt x="2033651" y="317690"/>
                  </a:lnTo>
                  <a:lnTo>
                    <a:pt x="47625" y="317690"/>
                  </a:lnTo>
                  <a:lnTo>
                    <a:pt x="38100" y="308165"/>
                  </a:lnTo>
                  <a:lnTo>
                    <a:pt x="47625" y="308165"/>
                  </a:lnTo>
                  <a:lnTo>
                    <a:pt x="47625" y="152590"/>
                  </a:lnTo>
                  <a:close/>
                </a:path>
                <a:path w="2033904" h="327660">
                  <a:moveTo>
                    <a:pt x="47625" y="308165"/>
                  </a:moveTo>
                  <a:lnTo>
                    <a:pt x="38100" y="308165"/>
                  </a:lnTo>
                  <a:lnTo>
                    <a:pt x="47625" y="317690"/>
                  </a:lnTo>
                  <a:lnTo>
                    <a:pt x="47625" y="308165"/>
                  </a:lnTo>
                  <a:close/>
                </a:path>
                <a:path w="2033904" h="327660">
                  <a:moveTo>
                    <a:pt x="2014601" y="308165"/>
                  </a:moveTo>
                  <a:lnTo>
                    <a:pt x="47625" y="308165"/>
                  </a:lnTo>
                  <a:lnTo>
                    <a:pt x="47625" y="317690"/>
                  </a:lnTo>
                  <a:lnTo>
                    <a:pt x="2014601" y="317690"/>
                  </a:lnTo>
                  <a:lnTo>
                    <a:pt x="2014601" y="308165"/>
                  </a:lnTo>
                  <a:close/>
                </a:path>
                <a:path w="2033904" h="327660">
                  <a:moveTo>
                    <a:pt x="2033651" y="0"/>
                  </a:moveTo>
                  <a:lnTo>
                    <a:pt x="2014601" y="0"/>
                  </a:lnTo>
                  <a:lnTo>
                    <a:pt x="2014601" y="317690"/>
                  </a:lnTo>
                  <a:lnTo>
                    <a:pt x="2024126" y="308165"/>
                  </a:lnTo>
                  <a:lnTo>
                    <a:pt x="2033651" y="308165"/>
                  </a:lnTo>
                  <a:lnTo>
                    <a:pt x="2033651" y="0"/>
                  </a:lnTo>
                  <a:close/>
                </a:path>
                <a:path w="2033904" h="327660">
                  <a:moveTo>
                    <a:pt x="2033651" y="308165"/>
                  </a:moveTo>
                  <a:lnTo>
                    <a:pt x="2024126" y="308165"/>
                  </a:lnTo>
                  <a:lnTo>
                    <a:pt x="2014601" y="317690"/>
                  </a:lnTo>
                  <a:lnTo>
                    <a:pt x="2033651" y="317690"/>
                  </a:lnTo>
                  <a:lnTo>
                    <a:pt x="2033651" y="308165"/>
                  </a:lnTo>
                  <a:close/>
                </a:path>
                <a:path w="2033904" h="327660">
                  <a:moveTo>
                    <a:pt x="38100" y="89090"/>
                  </a:moveTo>
                  <a:lnTo>
                    <a:pt x="0" y="165290"/>
                  </a:lnTo>
                  <a:lnTo>
                    <a:pt x="28575" y="165290"/>
                  </a:lnTo>
                  <a:lnTo>
                    <a:pt x="28575" y="152590"/>
                  </a:lnTo>
                  <a:lnTo>
                    <a:pt x="69850" y="152590"/>
                  </a:lnTo>
                  <a:lnTo>
                    <a:pt x="38100" y="89090"/>
                  </a:lnTo>
                  <a:close/>
                </a:path>
                <a:path w="2033904" h="327660">
                  <a:moveTo>
                    <a:pt x="69850" y="152590"/>
                  </a:moveTo>
                  <a:lnTo>
                    <a:pt x="47625" y="152590"/>
                  </a:lnTo>
                  <a:lnTo>
                    <a:pt x="47625" y="165290"/>
                  </a:lnTo>
                  <a:lnTo>
                    <a:pt x="76200" y="165290"/>
                  </a:lnTo>
                  <a:lnTo>
                    <a:pt x="69850" y="15259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52817"/>
            <a:ext cx="9476740" cy="2226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Important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things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that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we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are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missing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this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moke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up: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arenR"/>
              <a:tabLst>
                <a:tab pos="355600" algn="l"/>
              </a:tabLst>
            </a:pPr>
            <a:r>
              <a:rPr sz="1800" spc="-35" dirty="0">
                <a:latin typeface="Trebuchet MS"/>
                <a:cs typeface="Trebuchet MS"/>
              </a:rPr>
              <a:t>Anyone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by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company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domain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create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account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arenR"/>
              <a:tabLst>
                <a:tab pos="355600" algn="l"/>
              </a:tabLst>
            </a:pPr>
            <a:r>
              <a:rPr sz="1800" dirty="0">
                <a:latin typeface="Trebuchet MS"/>
                <a:cs typeface="Trebuchet MS"/>
              </a:rPr>
              <a:t>Once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have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create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your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own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account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must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classify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your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own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account: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vendor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or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client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ts val="2130"/>
              </a:lnSpc>
              <a:spcBef>
                <a:spcPts val="15"/>
              </a:spcBef>
              <a:buAutoNum type="arabicParenR"/>
              <a:tabLst>
                <a:tab pos="355600" algn="l"/>
              </a:tabLst>
            </a:pPr>
            <a:r>
              <a:rPr sz="1800" spc="-95" dirty="0">
                <a:latin typeface="Trebuchet MS"/>
                <a:cs typeface="Trebuchet MS"/>
              </a:rPr>
              <a:t>If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are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vendor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add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your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panel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your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agency,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your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production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company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or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both</a:t>
            </a:r>
            <a:endParaRPr sz="1800">
              <a:latin typeface="Trebuchet MS"/>
              <a:cs typeface="Trebuchet MS"/>
            </a:endParaRPr>
          </a:p>
          <a:p>
            <a:pPr marL="355600" marR="118745" indent="-343535">
              <a:lnSpc>
                <a:spcPts val="2180"/>
              </a:lnSpc>
              <a:spcBef>
                <a:spcPts val="30"/>
              </a:spcBef>
              <a:buAutoNum type="arabicParenR"/>
              <a:tabLst>
                <a:tab pos="355600" algn="l"/>
              </a:tabLst>
            </a:pPr>
            <a:r>
              <a:rPr sz="1800" spc="-95" dirty="0">
                <a:latin typeface="Trebuchet MS"/>
                <a:cs typeface="Trebuchet MS"/>
              </a:rPr>
              <a:t>If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are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vendor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manage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just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your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companies,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cannot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see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other</a:t>
            </a:r>
            <a:r>
              <a:rPr sz="1800" spc="-1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infos </a:t>
            </a:r>
            <a:r>
              <a:rPr sz="1800" spc="-55" dirty="0">
                <a:latin typeface="Trebuchet MS"/>
                <a:cs typeface="Trebuchet MS"/>
              </a:rPr>
              <a:t>regarding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registered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competitors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ts val="2100"/>
              </a:lnSpc>
              <a:buAutoNum type="arabicParenR"/>
              <a:tabLst>
                <a:tab pos="355600" algn="l"/>
              </a:tabLst>
            </a:pPr>
            <a:r>
              <a:rPr sz="1800" spc="-95" dirty="0">
                <a:latin typeface="Trebuchet MS"/>
                <a:cs typeface="Trebuchet MS"/>
              </a:rPr>
              <a:t>If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are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client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cannot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register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companies,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free</a:t>
            </a:r>
            <a:r>
              <a:rPr sz="1800" spc="-204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version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see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just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restricted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1800" spc="-55" dirty="0">
                <a:latin typeface="Trebuchet MS"/>
                <a:cs typeface="Trebuchet MS"/>
              </a:rPr>
              <a:t>infos,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if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pay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you</a:t>
            </a:r>
            <a:r>
              <a:rPr sz="1800" spc="-1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have</a:t>
            </a:r>
            <a:r>
              <a:rPr sz="1800" spc="-19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access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more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layers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of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infos.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785</Words>
  <Application>Microsoft Office PowerPoint</Application>
  <PresentationFormat>Widescreen</PresentationFormat>
  <Paragraphs>113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Calibri</vt:lpstr>
      <vt:lpstr>Times New Roman</vt:lpstr>
      <vt:lpstr>Trebuchet MS</vt:lpstr>
      <vt:lpstr>Office Theme</vt:lpstr>
      <vt:lpstr>Aura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Aura</vt:lpstr>
      <vt:lpstr>PowerPoint Presentation</vt:lpstr>
      <vt:lpstr>PowerPoint Presentation</vt:lpstr>
      <vt:lpstr>Aura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Zain Ul Abidin</cp:lastModifiedBy>
  <cp:revision>1</cp:revision>
  <dcterms:created xsi:type="dcterms:W3CDTF">2026-03-07T00:26:57Z</dcterms:created>
  <dcterms:modified xsi:type="dcterms:W3CDTF">2026-03-07T00:27:27Z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LastSaved">
    <vt:filetime>2026-03-07T00:00:00Z</vt:filetime>
  </property>
</Properties>
</file>